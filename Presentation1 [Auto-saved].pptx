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70" r:id="rId9"/>
    <p:sldId id="273" r:id="rId10"/>
    <p:sldId id="272" r:id="rId11"/>
    <p:sldId id="274" r:id="rId12"/>
    <p:sldId id="261" r:id="rId13"/>
    <p:sldId id="275" r:id="rId14"/>
    <p:sldId id="263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4CA28AB-60CC-2747-A0B0-1D27939B6F49}">
          <p14:sldIdLst>
            <p14:sldId id="256"/>
            <p14:sldId id="257"/>
            <p14:sldId id="258"/>
            <p14:sldId id="259"/>
            <p14:sldId id="260"/>
            <p14:sldId id="268"/>
            <p14:sldId id="269"/>
            <p14:sldId id="270"/>
            <p14:sldId id="273"/>
            <p14:sldId id="272"/>
            <p14:sldId id="274"/>
            <p14:sldId id="261"/>
            <p14:sldId id="275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/>
    <p:restoredTop sz="66413"/>
  </p:normalViewPr>
  <p:slideViewPr>
    <p:cSldViewPr snapToGrid="0">
      <p:cViewPr varScale="1">
        <p:scale>
          <a:sx n="81" d="100"/>
          <a:sy n="81" d="100"/>
        </p:scale>
        <p:origin x="2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53C412-4179-E547-8382-3EE2308E8F44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9A810F44-EA58-FF4D-BE08-6BE820B60016}">
      <dgm:prSet phldrT="[Text]"/>
      <dgm:spPr/>
      <dgm:t>
        <a:bodyPr/>
        <a:lstStyle/>
        <a:p>
          <a:pPr algn="ctr"/>
          <a:r>
            <a:rPr lang="en-GB" dirty="0"/>
            <a:t>Training Data</a:t>
          </a:r>
        </a:p>
      </dgm:t>
    </dgm:pt>
    <dgm:pt modelId="{5227F542-18C5-EA48-AAB8-82E0E7862C66}" type="parTrans" cxnId="{31E427A5-AC97-C542-99F5-D5364C26C8A7}">
      <dgm:prSet/>
      <dgm:spPr/>
      <dgm:t>
        <a:bodyPr/>
        <a:lstStyle/>
        <a:p>
          <a:endParaRPr lang="en-GB"/>
        </a:p>
      </dgm:t>
    </dgm:pt>
    <dgm:pt modelId="{53C6197A-CC23-544A-BBC4-BD36D40F836D}" type="sibTrans" cxnId="{31E427A5-AC97-C542-99F5-D5364C26C8A7}">
      <dgm:prSet/>
      <dgm:spPr/>
      <dgm:t>
        <a:bodyPr/>
        <a:lstStyle/>
        <a:p>
          <a:endParaRPr lang="en-GB"/>
        </a:p>
      </dgm:t>
    </dgm:pt>
    <dgm:pt modelId="{55151773-1658-5948-B7BD-861678BC790B}">
      <dgm:prSet phldrT="[Text]"/>
      <dgm:spPr/>
      <dgm:t>
        <a:bodyPr/>
        <a:lstStyle/>
        <a:p>
          <a:pPr algn="ctr"/>
          <a:r>
            <a:rPr lang="en-GB" dirty="0"/>
            <a:t>Trained Model</a:t>
          </a:r>
        </a:p>
      </dgm:t>
    </dgm:pt>
    <dgm:pt modelId="{80467F1B-C76A-C945-8FD7-1508ACFD22CE}" type="parTrans" cxnId="{AE1D8048-8F04-5842-82B7-A57DF684F549}">
      <dgm:prSet/>
      <dgm:spPr/>
      <dgm:t>
        <a:bodyPr/>
        <a:lstStyle/>
        <a:p>
          <a:endParaRPr lang="en-GB"/>
        </a:p>
      </dgm:t>
    </dgm:pt>
    <dgm:pt modelId="{02B346F0-CF42-3C40-B6AA-5E5AC1489D64}" type="sibTrans" cxnId="{AE1D8048-8F04-5842-82B7-A57DF684F549}">
      <dgm:prSet/>
      <dgm:spPr/>
      <dgm:t>
        <a:bodyPr/>
        <a:lstStyle/>
        <a:p>
          <a:endParaRPr lang="en-GB"/>
        </a:p>
      </dgm:t>
    </dgm:pt>
    <dgm:pt modelId="{9AF16DA2-7888-0E4F-82D4-CBF9BF53D3B1}">
      <dgm:prSet phldrT="[Text]"/>
      <dgm:spPr/>
      <dgm:t>
        <a:bodyPr/>
        <a:lstStyle/>
        <a:p>
          <a:pPr algn="ctr"/>
          <a:r>
            <a:rPr lang="en-GB" dirty="0"/>
            <a:t>Deletion Request received</a:t>
          </a:r>
        </a:p>
      </dgm:t>
    </dgm:pt>
    <dgm:pt modelId="{4A1AD5EC-3073-994F-8351-2D388093F5B0}" type="parTrans" cxnId="{369C8955-6760-C847-B7D1-7EFBF6E8AA77}">
      <dgm:prSet/>
      <dgm:spPr/>
      <dgm:t>
        <a:bodyPr/>
        <a:lstStyle/>
        <a:p>
          <a:endParaRPr lang="en-GB"/>
        </a:p>
      </dgm:t>
    </dgm:pt>
    <dgm:pt modelId="{23D5588D-C960-B64D-BEC5-DBC4D87270A0}" type="sibTrans" cxnId="{369C8955-6760-C847-B7D1-7EFBF6E8AA77}">
      <dgm:prSet/>
      <dgm:spPr/>
      <dgm:t>
        <a:bodyPr/>
        <a:lstStyle/>
        <a:p>
          <a:endParaRPr lang="en-GB"/>
        </a:p>
      </dgm:t>
    </dgm:pt>
    <dgm:pt modelId="{8A27E154-E0CB-A849-9D41-53CFD8F85EF4}">
      <dgm:prSet/>
      <dgm:spPr/>
      <dgm:t>
        <a:bodyPr/>
        <a:lstStyle/>
        <a:p>
          <a:pPr algn="ctr"/>
          <a:r>
            <a:rPr lang="en-GB" dirty="0"/>
            <a:t>Records deleted from dataset</a:t>
          </a:r>
        </a:p>
      </dgm:t>
    </dgm:pt>
    <dgm:pt modelId="{AE88FA63-50FF-EA40-93E8-D72C668FDC85}" type="parTrans" cxnId="{34A1AA91-1463-974F-826B-908A12C4859D}">
      <dgm:prSet/>
      <dgm:spPr/>
      <dgm:t>
        <a:bodyPr/>
        <a:lstStyle/>
        <a:p>
          <a:endParaRPr lang="en-GB"/>
        </a:p>
      </dgm:t>
    </dgm:pt>
    <dgm:pt modelId="{6A4833BA-D728-DB4F-8C38-2E0DEC2BC90A}" type="sibTrans" cxnId="{34A1AA91-1463-974F-826B-908A12C4859D}">
      <dgm:prSet/>
      <dgm:spPr/>
      <dgm:t>
        <a:bodyPr/>
        <a:lstStyle/>
        <a:p>
          <a:endParaRPr lang="en-GB"/>
        </a:p>
      </dgm:t>
    </dgm:pt>
    <dgm:pt modelId="{8D1E70A6-4B80-D949-A27A-80AC94EF7538}">
      <dgm:prSet/>
      <dgm:spPr/>
      <dgm:t>
        <a:bodyPr/>
        <a:lstStyle/>
        <a:p>
          <a:pPr algn="ctr"/>
          <a:r>
            <a:rPr lang="en-GB" dirty="0"/>
            <a:t>Machine Unlearning</a:t>
          </a:r>
        </a:p>
      </dgm:t>
    </dgm:pt>
    <dgm:pt modelId="{43F33BFB-65AC-3A4C-9F08-22863F42C4C6}" type="parTrans" cxnId="{CEBF7CDB-4E62-1546-BF92-106F70982DD4}">
      <dgm:prSet/>
      <dgm:spPr/>
      <dgm:t>
        <a:bodyPr/>
        <a:lstStyle/>
        <a:p>
          <a:endParaRPr lang="en-GB"/>
        </a:p>
      </dgm:t>
    </dgm:pt>
    <dgm:pt modelId="{833B15D4-1D42-8943-8F4D-670B90566A86}" type="sibTrans" cxnId="{CEBF7CDB-4E62-1546-BF92-106F70982DD4}">
      <dgm:prSet/>
      <dgm:spPr/>
      <dgm:t>
        <a:bodyPr/>
        <a:lstStyle/>
        <a:p>
          <a:endParaRPr lang="en-GB"/>
        </a:p>
      </dgm:t>
    </dgm:pt>
    <dgm:pt modelId="{83B52B75-246C-CA40-A969-7B8210D22E21}">
      <dgm:prSet/>
      <dgm:spPr/>
      <dgm:t>
        <a:bodyPr/>
        <a:lstStyle/>
        <a:p>
          <a:pPr algn="ctr"/>
          <a:r>
            <a:rPr lang="en-GB" dirty="0"/>
            <a:t>Goal: </a:t>
          </a:r>
        </a:p>
        <a:p>
          <a:pPr algn="ctr"/>
          <a:r>
            <a:rPr lang="en-GB" dirty="0"/>
            <a:t>Remove the influence of deleted records from model</a:t>
          </a:r>
        </a:p>
      </dgm:t>
    </dgm:pt>
    <dgm:pt modelId="{FD401FC6-8558-1D46-B829-A0D1B8874F51}" type="parTrans" cxnId="{A7FBB3FA-2EE4-C346-94DB-EBDDB58B57E5}">
      <dgm:prSet/>
      <dgm:spPr/>
      <dgm:t>
        <a:bodyPr/>
        <a:lstStyle/>
        <a:p>
          <a:endParaRPr lang="en-GB"/>
        </a:p>
      </dgm:t>
    </dgm:pt>
    <dgm:pt modelId="{D1A1F6B6-157F-C84D-8516-F4A60037C843}" type="sibTrans" cxnId="{A7FBB3FA-2EE4-C346-94DB-EBDDB58B57E5}">
      <dgm:prSet/>
      <dgm:spPr/>
      <dgm:t>
        <a:bodyPr/>
        <a:lstStyle/>
        <a:p>
          <a:endParaRPr lang="en-GB"/>
        </a:p>
      </dgm:t>
    </dgm:pt>
    <dgm:pt modelId="{E6A42295-EA13-BD43-8BA4-7A8E86850307}">
      <dgm:prSet/>
      <dgm:spPr/>
      <dgm:t>
        <a:bodyPr/>
        <a:lstStyle/>
        <a:p>
          <a:pPr algn="ctr"/>
          <a:r>
            <a:rPr lang="en-GB" dirty="0"/>
            <a:t>But their influence may remain in the trained model</a:t>
          </a:r>
        </a:p>
      </dgm:t>
    </dgm:pt>
    <dgm:pt modelId="{5DCA807E-83C5-314E-B325-A23C8E82BCD5}" type="parTrans" cxnId="{FFDDCE6E-A314-EF46-BCAF-A8E3C392BFF5}">
      <dgm:prSet/>
      <dgm:spPr/>
      <dgm:t>
        <a:bodyPr/>
        <a:lstStyle/>
        <a:p>
          <a:endParaRPr lang="en-GB"/>
        </a:p>
      </dgm:t>
    </dgm:pt>
    <dgm:pt modelId="{515DB18D-5353-1244-BDDC-0724A5C63111}" type="sibTrans" cxnId="{FFDDCE6E-A314-EF46-BCAF-A8E3C392BFF5}">
      <dgm:prSet/>
      <dgm:spPr/>
      <dgm:t>
        <a:bodyPr/>
        <a:lstStyle/>
        <a:p>
          <a:endParaRPr lang="en-GB"/>
        </a:p>
      </dgm:t>
    </dgm:pt>
    <dgm:pt modelId="{02C04518-4E11-5940-A2C7-033633872504}" type="pres">
      <dgm:prSet presAssocID="{FD53C412-4179-E547-8382-3EE2308E8F44}" presName="linearFlow" presStyleCnt="0">
        <dgm:presLayoutVars>
          <dgm:resizeHandles val="exact"/>
        </dgm:presLayoutVars>
      </dgm:prSet>
      <dgm:spPr/>
    </dgm:pt>
    <dgm:pt modelId="{058372CB-755A-6E41-AFCB-CAEBE7016243}" type="pres">
      <dgm:prSet presAssocID="{9A810F44-EA58-FF4D-BE08-6BE820B60016}" presName="node" presStyleLbl="node1" presStyleIdx="0" presStyleCnt="6">
        <dgm:presLayoutVars>
          <dgm:bulletEnabled val="1"/>
        </dgm:presLayoutVars>
      </dgm:prSet>
      <dgm:spPr/>
    </dgm:pt>
    <dgm:pt modelId="{C6B61FA2-3337-654D-B98A-4FDA92F76DF2}" type="pres">
      <dgm:prSet presAssocID="{53C6197A-CC23-544A-BBC4-BD36D40F836D}" presName="sibTrans" presStyleLbl="sibTrans2D1" presStyleIdx="0" presStyleCnt="5"/>
      <dgm:spPr/>
    </dgm:pt>
    <dgm:pt modelId="{35C69BAA-65CB-8944-BA0C-22F05FA6E6EE}" type="pres">
      <dgm:prSet presAssocID="{53C6197A-CC23-544A-BBC4-BD36D40F836D}" presName="connectorText" presStyleLbl="sibTrans2D1" presStyleIdx="0" presStyleCnt="5"/>
      <dgm:spPr/>
    </dgm:pt>
    <dgm:pt modelId="{EC66B75D-2724-4141-99F1-BAC0D3112BA9}" type="pres">
      <dgm:prSet presAssocID="{55151773-1658-5948-B7BD-861678BC790B}" presName="node" presStyleLbl="node1" presStyleIdx="1" presStyleCnt="6">
        <dgm:presLayoutVars>
          <dgm:bulletEnabled val="1"/>
        </dgm:presLayoutVars>
      </dgm:prSet>
      <dgm:spPr/>
    </dgm:pt>
    <dgm:pt modelId="{E439697A-8C72-B642-BF1F-28C5C6FD0C2E}" type="pres">
      <dgm:prSet presAssocID="{02B346F0-CF42-3C40-B6AA-5E5AC1489D64}" presName="sibTrans" presStyleLbl="sibTrans2D1" presStyleIdx="1" presStyleCnt="5"/>
      <dgm:spPr/>
    </dgm:pt>
    <dgm:pt modelId="{C9AAA131-3719-BD49-A1C3-9152B9143C26}" type="pres">
      <dgm:prSet presAssocID="{02B346F0-CF42-3C40-B6AA-5E5AC1489D64}" presName="connectorText" presStyleLbl="sibTrans2D1" presStyleIdx="1" presStyleCnt="5"/>
      <dgm:spPr/>
    </dgm:pt>
    <dgm:pt modelId="{23933C12-0A5D-804C-9084-75E24976F690}" type="pres">
      <dgm:prSet presAssocID="{9AF16DA2-7888-0E4F-82D4-CBF9BF53D3B1}" presName="node" presStyleLbl="node1" presStyleIdx="2" presStyleCnt="6">
        <dgm:presLayoutVars>
          <dgm:bulletEnabled val="1"/>
        </dgm:presLayoutVars>
      </dgm:prSet>
      <dgm:spPr/>
    </dgm:pt>
    <dgm:pt modelId="{89F1500C-C28E-6B43-8E2B-EE41698F57FD}" type="pres">
      <dgm:prSet presAssocID="{23D5588D-C960-B64D-BEC5-DBC4D87270A0}" presName="sibTrans" presStyleLbl="sibTrans2D1" presStyleIdx="2" presStyleCnt="5"/>
      <dgm:spPr/>
    </dgm:pt>
    <dgm:pt modelId="{5D3F5309-6179-B245-8415-5A1F9BFF8FF5}" type="pres">
      <dgm:prSet presAssocID="{23D5588D-C960-B64D-BEC5-DBC4D87270A0}" presName="connectorText" presStyleLbl="sibTrans2D1" presStyleIdx="2" presStyleCnt="5"/>
      <dgm:spPr/>
    </dgm:pt>
    <dgm:pt modelId="{6420C128-F6D8-7F4E-B9B0-B2FD17E06A29}" type="pres">
      <dgm:prSet presAssocID="{8A27E154-E0CB-A849-9D41-53CFD8F85EF4}" presName="node" presStyleLbl="node1" presStyleIdx="3" presStyleCnt="6">
        <dgm:presLayoutVars>
          <dgm:bulletEnabled val="1"/>
        </dgm:presLayoutVars>
      </dgm:prSet>
      <dgm:spPr/>
    </dgm:pt>
    <dgm:pt modelId="{096D4DC1-DF5A-1549-A90B-629D69DC30E5}" type="pres">
      <dgm:prSet presAssocID="{6A4833BA-D728-DB4F-8C38-2E0DEC2BC90A}" presName="sibTrans" presStyleLbl="sibTrans2D1" presStyleIdx="3" presStyleCnt="5"/>
      <dgm:spPr/>
    </dgm:pt>
    <dgm:pt modelId="{3FC91794-C1E7-134C-AC8B-5FF279888F7E}" type="pres">
      <dgm:prSet presAssocID="{6A4833BA-D728-DB4F-8C38-2E0DEC2BC90A}" presName="connectorText" presStyleLbl="sibTrans2D1" presStyleIdx="3" presStyleCnt="5"/>
      <dgm:spPr/>
    </dgm:pt>
    <dgm:pt modelId="{AAFC3216-9B66-B147-A55C-F99A82D8A6DB}" type="pres">
      <dgm:prSet presAssocID="{8D1E70A6-4B80-D949-A27A-80AC94EF7538}" presName="node" presStyleLbl="node1" presStyleIdx="4" presStyleCnt="6">
        <dgm:presLayoutVars>
          <dgm:bulletEnabled val="1"/>
        </dgm:presLayoutVars>
      </dgm:prSet>
      <dgm:spPr/>
    </dgm:pt>
    <dgm:pt modelId="{5B4178D3-9EBF-784B-8066-56CF18FDE817}" type="pres">
      <dgm:prSet presAssocID="{833B15D4-1D42-8943-8F4D-670B90566A86}" presName="sibTrans" presStyleLbl="sibTrans2D1" presStyleIdx="4" presStyleCnt="5"/>
      <dgm:spPr/>
    </dgm:pt>
    <dgm:pt modelId="{F86C511D-DA46-FE4A-AE24-3409F8A87315}" type="pres">
      <dgm:prSet presAssocID="{833B15D4-1D42-8943-8F4D-670B90566A86}" presName="connectorText" presStyleLbl="sibTrans2D1" presStyleIdx="4" presStyleCnt="5"/>
      <dgm:spPr/>
    </dgm:pt>
    <dgm:pt modelId="{14B3603A-0346-DA42-BB66-FECFBF92707D}" type="pres">
      <dgm:prSet presAssocID="{83B52B75-246C-CA40-A969-7B8210D22E21}" presName="node" presStyleLbl="node1" presStyleIdx="5" presStyleCnt="6">
        <dgm:presLayoutVars>
          <dgm:bulletEnabled val="1"/>
        </dgm:presLayoutVars>
      </dgm:prSet>
      <dgm:spPr/>
    </dgm:pt>
  </dgm:ptLst>
  <dgm:cxnLst>
    <dgm:cxn modelId="{048A610B-053A-3341-94A4-A41B720C9CB5}" type="presOf" srcId="{8A27E154-E0CB-A849-9D41-53CFD8F85EF4}" destId="{6420C128-F6D8-7F4E-B9B0-B2FD17E06A29}" srcOrd="0" destOrd="0" presId="urn:microsoft.com/office/officeart/2005/8/layout/process2"/>
    <dgm:cxn modelId="{5FABD511-143B-C240-B8AA-E5B4201A8F7D}" type="presOf" srcId="{02B346F0-CF42-3C40-B6AA-5E5AC1489D64}" destId="{E439697A-8C72-B642-BF1F-28C5C6FD0C2E}" srcOrd="0" destOrd="0" presId="urn:microsoft.com/office/officeart/2005/8/layout/process2"/>
    <dgm:cxn modelId="{BD07E31C-E0A9-EE43-9898-ECB12D527405}" type="presOf" srcId="{FD53C412-4179-E547-8382-3EE2308E8F44}" destId="{02C04518-4E11-5940-A2C7-033633872504}" srcOrd="0" destOrd="0" presId="urn:microsoft.com/office/officeart/2005/8/layout/process2"/>
    <dgm:cxn modelId="{5FD80320-5C8B-7C48-A2AC-D3AEB8B3A30E}" type="presOf" srcId="{833B15D4-1D42-8943-8F4D-670B90566A86}" destId="{F86C511D-DA46-FE4A-AE24-3409F8A87315}" srcOrd="1" destOrd="0" presId="urn:microsoft.com/office/officeart/2005/8/layout/process2"/>
    <dgm:cxn modelId="{4A950635-5325-8E4B-8DBF-E11CB6B5E4DB}" type="presOf" srcId="{23D5588D-C960-B64D-BEC5-DBC4D87270A0}" destId="{5D3F5309-6179-B245-8415-5A1F9BFF8FF5}" srcOrd="1" destOrd="0" presId="urn:microsoft.com/office/officeart/2005/8/layout/process2"/>
    <dgm:cxn modelId="{8D352B3C-221B-4A46-A923-63A0C7AA0514}" type="presOf" srcId="{833B15D4-1D42-8943-8F4D-670B90566A86}" destId="{5B4178D3-9EBF-784B-8066-56CF18FDE817}" srcOrd="0" destOrd="0" presId="urn:microsoft.com/office/officeart/2005/8/layout/process2"/>
    <dgm:cxn modelId="{AE1D8048-8F04-5842-82B7-A57DF684F549}" srcId="{FD53C412-4179-E547-8382-3EE2308E8F44}" destId="{55151773-1658-5948-B7BD-861678BC790B}" srcOrd="1" destOrd="0" parTransId="{80467F1B-C76A-C945-8FD7-1508ACFD22CE}" sibTransId="{02B346F0-CF42-3C40-B6AA-5E5AC1489D64}"/>
    <dgm:cxn modelId="{369C8955-6760-C847-B7D1-7EFBF6E8AA77}" srcId="{FD53C412-4179-E547-8382-3EE2308E8F44}" destId="{9AF16DA2-7888-0E4F-82D4-CBF9BF53D3B1}" srcOrd="2" destOrd="0" parTransId="{4A1AD5EC-3073-994F-8351-2D388093F5B0}" sibTransId="{23D5588D-C960-B64D-BEC5-DBC4D87270A0}"/>
    <dgm:cxn modelId="{1DE3325A-E96E-2F4F-A736-475D2052B582}" type="presOf" srcId="{55151773-1658-5948-B7BD-861678BC790B}" destId="{EC66B75D-2724-4141-99F1-BAC0D3112BA9}" srcOrd="0" destOrd="0" presId="urn:microsoft.com/office/officeart/2005/8/layout/process2"/>
    <dgm:cxn modelId="{AECA895C-1BF2-4E4C-828A-BB5559A50B29}" type="presOf" srcId="{E6A42295-EA13-BD43-8BA4-7A8E86850307}" destId="{6420C128-F6D8-7F4E-B9B0-B2FD17E06A29}" srcOrd="0" destOrd="1" presId="urn:microsoft.com/office/officeart/2005/8/layout/process2"/>
    <dgm:cxn modelId="{1111E85F-95DC-B746-901C-5553FAAE05F0}" type="presOf" srcId="{6A4833BA-D728-DB4F-8C38-2E0DEC2BC90A}" destId="{3FC91794-C1E7-134C-AC8B-5FF279888F7E}" srcOrd="1" destOrd="0" presId="urn:microsoft.com/office/officeart/2005/8/layout/process2"/>
    <dgm:cxn modelId="{F1D3256B-1702-A84E-A140-35880E876C76}" type="presOf" srcId="{6A4833BA-D728-DB4F-8C38-2E0DEC2BC90A}" destId="{096D4DC1-DF5A-1549-A90B-629D69DC30E5}" srcOrd="0" destOrd="0" presId="urn:microsoft.com/office/officeart/2005/8/layout/process2"/>
    <dgm:cxn modelId="{8B1F296C-721D-9646-9830-05980E8431BC}" type="presOf" srcId="{9A810F44-EA58-FF4D-BE08-6BE820B60016}" destId="{058372CB-755A-6E41-AFCB-CAEBE7016243}" srcOrd="0" destOrd="0" presId="urn:microsoft.com/office/officeart/2005/8/layout/process2"/>
    <dgm:cxn modelId="{FFDDCE6E-A314-EF46-BCAF-A8E3C392BFF5}" srcId="{8A27E154-E0CB-A849-9D41-53CFD8F85EF4}" destId="{E6A42295-EA13-BD43-8BA4-7A8E86850307}" srcOrd="0" destOrd="0" parTransId="{5DCA807E-83C5-314E-B325-A23C8E82BCD5}" sibTransId="{515DB18D-5353-1244-BDDC-0724A5C63111}"/>
    <dgm:cxn modelId="{8534EA86-45CC-BD43-A858-A51D400F6257}" type="presOf" srcId="{83B52B75-246C-CA40-A969-7B8210D22E21}" destId="{14B3603A-0346-DA42-BB66-FECFBF92707D}" srcOrd="0" destOrd="0" presId="urn:microsoft.com/office/officeart/2005/8/layout/process2"/>
    <dgm:cxn modelId="{2C961A8C-1804-864A-A9EF-6146685C6F8A}" type="presOf" srcId="{53C6197A-CC23-544A-BBC4-BD36D40F836D}" destId="{C6B61FA2-3337-654D-B98A-4FDA92F76DF2}" srcOrd="0" destOrd="0" presId="urn:microsoft.com/office/officeart/2005/8/layout/process2"/>
    <dgm:cxn modelId="{34A1AA91-1463-974F-826B-908A12C4859D}" srcId="{FD53C412-4179-E547-8382-3EE2308E8F44}" destId="{8A27E154-E0CB-A849-9D41-53CFD8F85EF4}" srcOrd="3" destOrd="0" parTransId="{AE88FA63-50FF-EA40-93E8-D72C668FDC85}" sibTransId="{6A4833BA-D728-DB4F-8C38-2E0DEC2BC90A}"/>
    <dgm:cxn modelId="{D5A30A9B-B387-4548-A6C3-39794AA218B2}" type="presOf" srcId="{02B346F0-CF42-3C40-B6AA-5E5AC1489D64}" destId="{C9AAA131-3719-BD49-A1C3-9152B9143C26}" srcOrd="1" destOrd="0" presId="urn:microsoft.com/office/officeart/2005/8/layout/process2"/>
    <dgm:cxn modelId="{D1C5F5A0-D66C-3942-9866-719F889BFFFB}" type="presOf" srcId="{53C6197A-CC23-544A-BBC4-BD36D40F836D}" destId="{35C69BAA-65CB-8944-BA0C-22F05FA6E6EE}" srcOrd="1" destOrd="0" presId="urn:microsoft.com/office/officeart/2005/8/layout/process2"/>
    <dgm:cxn modelId="{31E427A5-AC97-C542-99F5-D5364C26C8A7}" srcId="{FD53C412-4179-E547-8382-3EE2308E8F44}" destId="{9A810F44-EA58-FF4D-BE08-6BE820B60016}" srcOrd="0" destOrd="0" parTransId="{5227F542-18C5-EA48-AAB8-82E0E7862C66}" sibTransId="{53C6197A-CC23-544A-BBC4-BD36D40F836D}"/>
    <dgm:cxn modelId="{1282E0A8-FFFF-3543-8175-750FB24BCA43}" type="presOf" srcId="{23D5588D-C960-B64D-BEC5-DBC4D87270A0}" destId="{89F1500C-C28E-6B43-8E2B-EE41698F57FD}" srcOrd="0" destOrd="0" presId="urn:microsoft.com/office/officeart/2005/8/layout/process2"/>
    <dgm:cxn modelId="{8E3313B4-8A56-2242-8E18-3843EF3FEEE8}" type="presOf" srcId="{9AF16DA2-7888-0E4F-82D4-CBF9BF53D3B1}" destId="{23933C12-0A5D-804C-9084-75E24976F690}" srcOrd="0" destOrd="0" presId="urn:microsoft.com/office/officeart/2005/8/layout/process2"/>
    <dgm:cxn modelId="{55A41DCD-3BFE-F747-976F-ABCA51F93637}" type="presOf" srcId="{8D1E70A6-4B80-D949-A27A-80AC94EF7538}" destId="{AAFC3216-9B66-B147-A55C-F99A82D8A6DB}" srcOrd="0" destOrd="0" presId="urn:microsoft.com/office/officeart/2005/8/layout/process2"/>
    <dgm:cxn modelId="{CEBF7CDB-4E62-1546-BF92-106F70982DD4}" srcId="{FD53C412-4179-E547-8382-3EE2308E8F44}" destId="{8D1E70A6-4B80-D949-A27A-80AC94EF7538}" srcOrd="4" destOrd="0" parTransId="{43F33BFB-65AC-3A4C-9F08-22863F42C4C6}" sibTransId="{833B15D4-1D42-8943-8F4D-670B90566A86}"/>
    <dgm:cxn modelId="{A7FBB3FA-2EE4-C346-94DB-EBDDB58B57E5}" srcId="{FD53C412-4179-E547-8382-3EE2308E8F44}" destId="{83B52B75-246C-CA40-A969-7B8210D22E21}" srcOrd="5" destOrd="0" parTransId="{FD401FC6-8558-1D46-B829-A0D1B8874F51}" sibTransId="{D1A1F6B6-157F-C84D-8516-F4A60037C843}"/>
    <dgm:cxn modelId="{E10AEE10-6E2A-C544-885D-A8C6563AF9E4}" type="presParOf" srcId="{02C04518-4E11-5940-A2C7-033633872504}" destId="{058372CB-755A-6E41-AFCB-CAEBE7016243}" srcOrd="0" destOrd="0" presId="urn:microsoft.com/office/officeart/2005/8/layout/process2"/>
    <dgm:cxn modelId="{429A6C8A-1BCD-6341-83BE-FCEA15585C7C}" type="presParOf" srcId="{02C04518-4E11-5940-A2C7-033633872504}" destId="{C6B61FA2-3337-654D-B98A-4FDA92F76DF2}" srcOrd="1" destOrd="0" presId="urn:microsoft.com/office/officeart/2005/8/layout/process2"/>
    <dgm:cxn modelId="{07AD9AE0-A329-AC48-904C-5FCC1438907D}" type="presParOf" srcId="{C6B61FA2-3337-654D-B98A-4FDA92F76DF2}" destId="{35C69BAA-65CB-8944-BA0C-22F05FA6E6EE}" srcOrd="0" destOrd="0" presId="urn:microsoft.com/office/officeart/2005/8/layout/process2"/>
    <dgm:cxn modelId="{4583B9E5-3585-9940-B1BB-7B0F984C64D6}" type="presParOf" srcId="{02C04518-4E11-5940-A2C7-033633872504}" destId="{EC66B75D-2724-4141-99F1-BAC0D3112BA9}" srcOrd="2" destOrd="0" presId="urn:microsoft.com/office/officeart/2005/8/layout/process2"/>
    <dgm:cxn modelId="{4178EA95-4DBA-2B42-B9B9-5C1DEE5D56C5}" type="presParOf" srcId="{02C04518-4E11-5940-A2C7-033633872504}" destId="{E439697A-8C72-B642-BF1F-28C5C6FD0C2E}" srcOrd="3" destOrd="0" presId="urn:microsoft.com/office/officeart/2005/8/layout/process2"/>
    <dgm:cxn modelId="{6ADE3C51-E452-B941-9469-105BE2998F81}" type="presParOf" srcId="{E439697A-8C72-B642-BF1F-28C5C6FD0C2E}" destId="{C9AAA131-3719-BD49-A1C3-9152B9143C26}" srcOrd="0" destOrd="0" presId="urn:microsoft.com/office/officeart/2005/8/layout/process2"/>
    <dgm:cxn modelId="{C7A24F2E-B2A2-424F-8E89-E78AA45683FA}" type="presParOf" srcId="{02C04518-4E11-5940-A2C7-033633872504}" destId="{23933C12-0A5D-804C-9084-75E24976F690}" srcOrd="4" destOrd="0" presId="urn:microsoft.com/office/officeart/2005/8/layout/process2"/>
    <dgm:cxn modelId="{5025F8F5-6FAD-F04C-9DA9-25663BA3AC86}" type="presParOf" srcId="{02C04518-4E11-5940-A2C7-033633872504}" destId="{89F1500C-C28E-6B43-8E2B-EE41698F57FD}" srcOrd="5" destOrd="0" presId="urn:microsoft.com/office/officeart/2005/8/layout/process2"/>
    <dgm:cxn modelId="{F4BE9F65-7756-4240-ABB4-B524B12FD001}" type="presParOf" srcId="{89F1500C-C28E-6B43-8E2B-EE41698F57FD}" destId="{5D3F5309-6179-B245-8415-5A1F9BFF8FF5}" srcOrd="0" destOrd="0" presId="urn:microsoft.com/office/officeart/2005/8/layout/process2"/>
    <dgm:cxn modelId="{1731ED1E-660E-AC44-A314-E2625C014505}" type="presParOf" srcId="{02C04518-4E11-5940-A2C7-033633872504}" destId="{6420C128-F6D8-7F4E-B9B0-B2FD17E06A29}" srcOrd="6" destOrd="0" presId="urn:microsoft.com/office/officeart/2005/8/layout/process2"/>
    <dgm:cxn modelId="{79BE03E3-0F5B-924D-B3DE-EB491F56B49D}" type="presParOf" srcId="{02C04518-4E11-5940-A2C7-033633872504}" destId="{096D4DC1-DF5A-1549-A90B-629D69DC30E5}" srcOrd="7" destOrd="0" presId="urn:microsoft.com/office/officeart/2005/8/layout/process2"/>
    <dgm:cxn modelId="{BCB56EA0-6D35-4740-B4C3-E299F83AA8F4}" type="presParOf" srcId="{096D4DC1-DF5A-1549-A90B-629D69DC30E5}" destId="{3FC91794-C1E7-134C-AC8B-5FF279888F7E}" srcOrd="0" destOrd="0" presId="urn:microsoft.com/office/officeart/2005/8/layout/process2"/>
    <dgm:cxn modelId="{65EEB532-B7CE-2A44-97C4-3BB42BE4741C}" type="presParOf" srcId="{02C04518-4E11-5940-A2C7-033633872504}" destId="{AAFC3216-9B66-B147-A55C-F99A82D8A6DB}" srcOrd="8" destOrd="0" presId="urn:microsoft.com/office/officeart/2005/8/layout/process2"/>
    <dgm:cxn modelId="{9D00F4F0-EE68-3647-A645-9938D1FAE5C4}" type="presParOf" srcId="{02C04518-4E11-5940-A2C7-033633872504}" destId="{5B4178D3-9EBF-784B-8066-56CF18FDE817}" srcOrd="9" destOrd="0" presId="urn:microsoft.com/office/officeart/2005/8/layout/process2"/>
    <dgm:cxn modelId="{226867CC-CA0D-D140-83CD-C2FE619F0FFF}" type="presParOf" srcId="{5B4178D3-9EBF-784B-8066-56CF18FDE817}" destId="{F86C511D-DA46-FE4A-AE24-3409F8A87315}" srcOrd="0" destOrd="0" presId="urn:microsoft.com/office/officeart/2005/8/layout/process2"/>
    <dgm:cxn modelId="{1793ED2F-0D4F-1B41-BF4E-1C52125FED32}" type="presParOf" srcId="{02C04518-4E11-5940-A2C7-033633872504}" destId="{14B3603A-0346-DA42-BB66-FECFBF92707D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6D9376-31D9-464C-A0DB-B243C971BE17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BBBC6111-CC35-FD43-9A13-78356CF470E0}">
      <dgm:prSet phldrT="[Text]"/>
      <dgm:spPr/>
      <dgm:t>
        <a:bodyPr/>
        <a:lstStyle/>
        <a:p>
          <a:r>
            <a:rPr lang="en-GB" dirty="0"/>
            <a:t>Use ALL the training data</a:t>
          </a:r>
        </a:p>
      </dgm:t>
    </dgm:pt>
    <dgm:pt modelId="{DB8E75A4-1BCA-E84F-9AE4-6D22CA03734F}" type="parTrans" cxnId="{1F0D7E87-830E-634E-8518-F9B674ABABA7}">
      <dgm:prSet/>
      <dgm:spPr/>
      <dgm:t>
        <a:bodyPr/>
        <a:lstStyle/>
        <a:p>
          <a:endParaRPr lang="en-GB"/>
        </a:p>
      </dgm:t>
    </dgm:pt>
    <dgm:pt modelId="{56587601-D502-F94C-A140-EDA62CC15AE6}" type="sibTrans" cxnId="{1F0D7E87-830E-634E-8518-F9B674ABABA7}">
      <dgm:prSet/>
      <dgm:spPr/>
      <dgm:t>
        <a:bodyPr/>
        <a:lstStyle/>
        <a:p>
          <a:endParaRPr lang="en-GB"/>
        </a:p>
      </dgm:t>
    </dgm:pt>
    <dgm:pt modelId="{0326EB97-8577-1841-A6E9-E13C4B18E01E}">
      <dgm:prSet phldrT="[Text]"/>
      <dgm:spPr/>
      <dgm:t>
        <a:bodyPr/>
        <a:lstStyle/>
        <a:p>
          <a:r>
            <a:rPr lang="en-GB" dirty="0"/>
            <a:t>ORIGINAL MODEL</a:t>
          </a:r>
        </a:p>
      </dgm:t>
    </dgm:pt>
    <dgm:pt modelId="{88820F95-31C9-3942-97AE-BB8D8769219B}" type="parTrans" cxnId="{315F42A6-78C9-1A4C-9DDA-854768E47DF6}">
      <dgm:prSet/>
      <dgm:spPr/>
      <dgm:t>
        <a:bodyPr/>
        <a:lstStyle/>
        <a:p>
          <a:endParaRPr lang="en-GB"/>
        </a:p>
      </dgm:t>
    </dgm:pt>
    <dgm:pt modelId="{1926DCDF-7BFF-6549-9464-31621A13A67C}" type="sibTrans" cxnId="{315F42A6-78C9-1A4C-9DDA-854768E47DF6}">
      <dgm:prSet/>
      <dgm:spPr/>
      <dgm:t>
        <a:bodyPr/>
        <a:lstStyle/>
        <a:p>
          <a:endParaRPr lang="en-GB"/>
        </a:p>
      </dgm:t>
    </dgm:pt>
    <dgm:pt modelId="{99916389-446E-7B4D-A9B9-B737873CDCB2}">
      <dgm:prSet/>
      <dgm:spPr/>
      <dgm:t>
        <a:bodyPr/>
        <a:lstStyle/>
        <a:p>
          <a:r>
            <a:rPr lang="en-GB" dirty="0"/>
            <a:t>BASELINE MODEL</a:t>
          </a:r>
        </a:p>
      </dgm:t>
    </dgm:pt>
    <dgm:pt modelId="{56C1C090-C273-554C-B9D8-467067EDD5A2}" type="parTrans" cxnId="{801AAEF2-917D-354C-8D07-7A90D7DE76E0}">
      <dgm:prSet/>
      <dgm:spPr/>
      <dgm:t>
        <a:bodyPr/>
        <a:lstStyle/>
        <a:p>
          <a:endParaRPr lang="en-GB"/>
        </a:p>
      </dgm:t>
    </dgm:pt>
    <dgm:pt modelId="{6AC24F01-5E97-EB4C-A749-C2C3C94B9EB9}" type="sibTrans" cxnId="{801AAEF2-917D-354C-8D07-7A90D7DE76E0}">
      <dgm:prSet/>
      <dgm:spPr/>
      <dgm:t>
        <a:bodyPr/>
        <a:lstStyle/>
        <a:p>
          <a:endParaRPr lang="en-GB"/>
        </a:p>
      </dgm:t>
    </dgm:pt>
    <dgm:pt modelId="{40B5B0EF-688B-964D-910A-6E0D84E95C1D}">
      <dgm:prSet phldrT="[Text]"/>
      <dgm:spPr/>
      <dgm:t>
        <a:bodyPr/>
        <a:lstStyle/>
        <a:p>
          <a:r>
            <a:rPr lang="en-GB" dirty="0"/>
            <a:t>Prepare Feature</a:t>
          </a:r>
        </a:p>
      </dgm:t>
    </dgm:pt>
    <dgm:pt modelId="{24B217DF-1E03-604F-830A-2EC633C15390}" type="parTrans" cxnId="{C953A7B1-7A59-F243-87CD-8B272681AE7B}">
      <dgm:prSet/>
      <dgm:spPr/>
      <dgm:t>
        <a:bodyPr/>
        <a:lstStyle/>
        <a:p>
          <a:endParaRPr lang="en-GB"/>
        </a:p>
      </dgm:t>
    </dgm:pt>
    <dgm:pt modelId="{E7D068D7-5384-8E45-A887-4825835FBA51}" type="sibTrans" cxnId="{C953A7B1-7A59-F243-87CD-8B272681AE7B}">
      <dgm:prSet/>
      <dgm:spPr/>
      <dgm:t>
        <a:bodyPr/>
        <a:lstStyle/>
        <a:p>
          <a:endParaRPr lang="en-GB"/>
        </a:p>
      </dgm:t>
    </dgm:pt>
    <dgm:pt modelId="{E6C587AB-51FB-BA4F-A61E-2B019089AC5C}">
      <dgm:prSet phldrT="[Text]"/>
      <dgm:spPr/>
      <dgm:t>
        <a:bodyPr/>
        <a:lstStyle/>
        <a:p>
          <a:r>
            <a:rPr lang="en-GB" dirty="0"/>
            <a:t>Train MLP from scratch</a:t>
          </a:r>
        </a:p>
      </dgm:t>
    </dgm:pt>
    <dgm:pt modelId="{42160D5D-24AC-C44B-8C89-FABCB4798532}" type="parTrans" cxnId="{A13F6C17-4AEE-3340-8407-BD341CC58304}">
      <dgm:prSet/>
      <dgm:spPr/>
      <dgm:t>
        <a:bodyPr/>
        <a:lstStyle/>
        <a:p>
          <a:endParaRPr lang="en-GB"/>
        </a:p>
      </dgm:t>
    </dgm:pt>
    <dgm:pt modelId="{30B84280-AD01-D14F-B00D-AF301684049A}" type="sibTrans" cxnId="{A13F6C17-4AEE-3340-8407-BD341CC58304}">
      <dgm:prSet/>
      <dgm:spPr/>
      <dgm:t>
        <a:bodyPr/>
        <a:lstStyle/>
        <a:p>
          <a:endParaRPr lang="en-GB"/>
        </a:p>
      </dgm:t>
    </dgm:pt>
    <dgm:pt modelId="{46E981FD-239B-F74C-B7EB-57202AC9E8FF}" type="pres">
      <dgm:prSet presAssocID="{C76D9376-31D9-464C-A0DB-B243C971BE17}" presName="linearFlow" presStyleCnt="0">
        <dgm:presLayoutVars>
          <dgm:resizeHandles val="exact"/>
        </dgm:presLayoutVars>
      </dgm:prSet>
      <dgm:spPr/>
    </dgm:pt>
    <dgm:pt modelId="{F2B5A62E-FE3B-D945-AA9D-E80FEE30935F}" type="pres">
      <dgm:prSet presAssocID="{99916389-446E-7B4D-A9B9-B737873CDCB2}" presName="node" presStyleLbl="node1" presStyleIdx="0" presStyleCnt="5">
        <dgm:presLayoutVars>
          <dgm:bulletEnabled val="1"/>
        </dgm:presLayoutVars>
      </dgm:prSet>
      <dgm:spPr/>
    </dgm:pt>
    <dgm:pt modelId="{13F5F7A6-1CBF-3F46-961A-F34A7F80F3E5}" type="pres">
      <dgm:prSet presAssocID="{6AC24F01-5E97-EB4C-A749-C2C3C94B9EB9}" presName="sibTrans" presStyleLbl="sibTrans2D1" presStyleIdx="0" presStyleCnt="4"/>
      <dgm:spPr/>
    </dgm:pt>
    <dgm:pt modelId="{368903CA-1DB5-0D4E-916D-382B59483668}" type="pres">
      <dgm:prSet presAssocID="{6AC24F01-5E97-EB4C-A749-C2C3C94B9EB9}" presName="connectorText" presStyleLbl="sibTrans2D1" presStyleIdx="0" presStyleCnt="4"/>
      <dgm:spPr/>
    </dgm:pt>
    <dgm:pt modelId="{F50E62AC-9095-9244-A982-02780C86E306}" type="pres">
      <dgm:prSet presAssocID="{BBBC6111-CC35-FD43-9A13-78356CF470E0}" presName="node" presStyleLbl="node1" presStyleIdx="1" presStyleCnt="5">
        <dgm:presLayoutVars>
          <dgm:bulletEnabled val="1"/>
        </dgm:presLayoutVars>
      </dgm:prSet>
      <dgm:spPr/>
    </dgm:pt>
    <dgm:pt modelId="{5B74DC5E-1AD3-B448-B0CA-ADF03386ACB4}" type="pres">
      <dgm:prSet presAssocID="{56587601-D502-F94C-A140-EDA62CC15AE6}" presName="sibTrans" presStyleLbl="sibTrans2D1" presStyleIdx="1" presStyleCnt="4"/>
      <dgm:spPr/>
    </dgm:pt>
    <dgm:pt modelId="{7694FF59-CEC8-F545-86B2-6B16EA60E96C}" type="pres">
      <dgm:prSet presAssocID="{56587601-D502-F94C-A140-EDA62CC15AE6}" presName="connectorText" presStyleLbl="sibTrans2D1" presStyleIdx="1" presStyleCnt="4"/>
      <dgm:spPr/>
    </dgm:pt>
    <dgm:pt modelId="{1B626975-9BA8-484B-BC6A-E2F837248C5D}" type="pres">
      <dgm:prSet presAssocID="{40B5B0EF-688B-964D-910A-6E0D84E95C1D}" presName="node" presStyleLbl="node1" presStyleIdx="2" presStyleCnt="5">
        <dgm:presLayoutVars>
          <dgm:bulletEnabled val="1"/>
        </dgm:presLayoutVars>
      </dgm:prSet>
      <dgm:spPr/>
    </dgm:pt>
    <dgm:pt modelId="{BB0E1D0D-C95E-7F49-9510-4FDB01BABFC9}" type="pres">
      <dgm:prSet presAssocID="{E7D068D7-5384-8E45-A887-4825835FBA51}" presName="sibTrans" presStyleLbl="sibTrans2D1" presStyleIdx="2" presStyleCnt="4"/>
      <dgm:spPr/>
    </dgm:pt>
    <dgm:pt modelId="{7929778D-0817-D64A-A665-E7706722D34F}" type="pres">
      <dgm:prSet presAssocID="{E7D068D7-5384-8E45-A887-4825835FBA51}" presName="connectorText" presStyleLbl="sibTrans2D1" presStyleIdx="2" presStyleCnt="4"/>
      <dgm:spPr/>
    </dgm:pt>
    <dgm:pt modelId="{449B9768-6912-FD44-B651-115E4CECDE37}" type="pres">
      <dgm:prSet presAssocID="{E6C587AB-51FB-BA4F-A61E-2B019089AC5C}" presName="node" presStyleLbl="node1" presStyleIdx="3" presStyleCnt="5">
        <dgm:presLayoutVars>
          <dgm:bulletEnabled val="1"/>
        </dgm:presLayoutVars>
      </dgm:prSet>
      <dgm:spPr/>
    </dgm:pt>
    <dgm:pt modelId="{EAC89128-C0DA-0D4F-A597-46A5F98B287E}" type="pres">
      <dgm:prSet presAssocID="{30B84280-AD01-D14F-B00D-AF301684049A}" presName="sibTrans" presStyleLbl="sibTrans2D1" presStyleIdx="3" presStyleCnt="4"/>
      <dgm:spPr/>
    </dgm:pt>
    <dgm:pt modelId="{5435F745-EDEA-1543-8C64-BD920EDCEC3A}" type="pres">
      <dgm:prSet presAssocID="{30B84280-AD01-D14F-B00D-AF301684049A}" presName="connectorText" presStyleLbl="sibTrans2D1" presStyleIdx="3" presStyleCnt="4"/>
      <dgm:spPr/>
    </dgm:pt>
    <dgm:pt modelId="{19E7A5FB-5924-BC4D-B0D1-6BEEE7B962A6}" type="pres">
      <dgm:prSet presAssocID="{0326EB97-8577-1841-A6E9-E13C4B18E01E}" presName="node" presStyleLbl="node1" presStyleIdx="4" presStyleCnt="5">
        <dgm:presLayoutVars>
          <dgm:bulletEnabled val="1"/>
        </dgm:presLayoutVars>
      </dgm:prSet>
      <dgm:spPr/>
    </dgm:pt>
  </dgm:ptLst>
  <dgm:cxnLst>
    <dgm:cxn modelId="{A6770704-A003-AD4B-AE75-EA6B56E0984D}" type="presOf" srcId="{C76D9376-31D9-464C-A0DB-B243C971BE17}" destId="{46E981FD-239B-F74C-B7EB-57202AC9E8FF}" srcOrd="0" destOrd="0" presId="urn:microsoft.com/office/officeart/2005/8/layout/process2"/>
    <dgm:cxn modelId="{78C67E14-5CA1-654B-BE02-D487A669A10D}" type="presOf" srcId="{E6C587AB-51FB-BA4F-A61E-2B019089AC5C}" destId="{449B9768-6912-FD44-B651-115E4CECDE37}" srcOrd="0" destOrd="0" presId="urn:microsoft.com/office/officeart/2005/8/layout/process2"/>
    <dgm:cxn modelId="{A13F6C17-4AEE-3340-8407-BD341CC58304}" srcId="{C76D9376-31D9-464C-A0DB-B243C971BE17}" destId="{E6C587AB-51FB-BA4F-A61E-2B019089AC5C}" srcOrd="3" destOrd="0" parTransId="{42160D5D-24AC-C44B-8C89-FABCB4798532}" sibTransId="{30B84280-AD01-D14F-B00D-AF301684049A}"/>
    <dgm:cxn modelId="{8D85664F-B121-8F43-BBC7-3EBC6C09C97D}" type="presOf" srcId="{0326EB97-8577-1841-A6E9-E13C4B18E01E}" destId="{19E7A5FB-5924-BC4D-B0D1-6BEEE7B962A6}" srcOrd="0" destOrd="0" presId="urn:microsoft.com/office/officeart/2005/8/layout/process2"/>
    <dgm:cxn modelId="{A4446251-763D-874B-84E5-B9B02E2FC3DC}" type="presOf" srcId="{40B5B0EF-688B-964D-910A-6E0D84E95C1D}" destId="{1B626975-9BA8-484B-BC6A-E2F837248C5D}" srcOrd="0" destOrd="0" presId="urn:microsoft.com/office/officeart/2005/8/layout/process2"/>
    <dgm:cxn modelId="{AABB0654-F572-9F4E-B0B5-CC53DFEEA0D6}" type="presOf" srcId="{30B84280-AD01-D14F-B00D-AF301684049A}" destId="{EAC89128-C0DA-0D4F-A597-46A5F98B287E}" srcOrd="0" destOrd="0" presId="urn:microsoft.com/office/officeart/2005/8/layout/process2"/>
    <dgm:cxn modelId="{C3999458-3F20-8F42-A515-1AF87A8E7E68}" type="presOf" srcId="{56587601-D502-F94C-A140-EDA62CC15AE6}" destId="{7694FF59-CEC8-F545-86B2-6B16EA60E96C}" srcOrd="1" destOrd="0" presId="urn:microsoft.com/office/officeart/2005/8/layout/process2"/>
    <dgm:cxn modelId="{B91DA76D-3906-814C-8F2A-95A94E1BDDDB}" type="presOf" srcId="{30B84280-AD01-D14F-B00D-AF301684049A}" destId="{5435F745-EDEA-1543-8C64-BD920EDCEC3A}" srcOrd="1" destOrd="0" presId="urn:microsoft.com/office/officeart/2005/8/layout/process2"/>
    <dgm:cxn modelId="{9B74DA71-E995-A643-8E57-D97A80E02374}" type="presOf" srcId="{E7D068D7-5384-8E45-A887-4825835FBA51}" destId="{BB0E1D0D-C95E-7F49-9510-4FDB01BABFC9}" srcOrd="0" destOrd="0" presId="urn:microsoft.com/office/officeart/2005/8/layout/process2"/>
    <dgm:cxn modelId="{84669B74-55E1-3244-8295-6488170783AF}" type="presOf" srcId="{56587601-D502-F94C-A140-EDA62CC15AE6}" destId="{5B74DC5E-1AD3-B448-B0CA-ADF03386ACB4}" srcOrd="0" destOrd="0" presId="urn:microsoft.com/office/officeart/2005/8/layout/process2"/>
    <dgm:cxn modelId="{485F7E78-62AC-B640-9BB0-72B96B978265}" type="presOf" srcId="{E7D068D7-5384-8E45-A887-4825835FBA51}" destId="{7929778D-0817-D64A-A665-E7706722D34F}" srcOrd="1" destOrd="0" presId="urn:microsoft.com/office/officeart/2005/8/layout/process2"/>
    <dgm:cxn modelId="{1F0D7E87-830E-634E-8518-F9B674ABABA7}" srcId="{C76D9376-31D9-464C-A0DB-B243C971BE17}" destId="{BBBC6111-CC35-FD43-9A13-78356CF470E0}" srcOrd="1" destOrd="0" parTransId="{DB8E75A4-1BCA-E84F-9AE4-6D22CA03734F}" sibTransId="{56587601-D502-F94C-A140-EDA62CC15AE6}"/>
    <dgm:cxn modelId="{BB0A459A-D060-6F43-80A3-C80462A4ADC1}" type="presOf" srcId="{BBBC6111-CC35-FD43-9A13-78356CF470E0}" destId="{F50E62AC-9095-9244-A982-02780C86E306}" srcOrd="0" destOrd="0" presId="urn:microsoft.com/office/officeart/2005/8/layout/process2"/>
    <dgm:cxn modelId="{7DF20E9E-5ED4-1642-A712-C5DC0078E944}" type="presOf" srcId="{6AC24F01-5E97-EB4C-A749-C2C3C94B9EB9}" destId="{368903CA-1DB5-0D4E-916D-382B59483668}" srcOrd="1" destOrd="0" presId="urn:microsoft.com/office/officeart/2005/8/layout/process2"/>
    <dgm:cxn modelId="{315F42A6-78C9-1A4C-9DDA-854768E47DF6}" srcId="{C76D9376-31D9-464C-A0DB-B243C971BE17}" destId="{0326EB97-8577-1841-A6E9-E13C4B18E01E}" srcOrd="4" destOrd="0" parTransId="{88820F95-31C9-3942-97AE-BB8D8769219B}" sibTransId="{1926DCDF-7BFF-6549-9464-31621A13A67C}"/>
    <dgm:cxn modelId="{C953A7B1-7A59-F243-87CD-8B272681AE7B}" srcId="{C76D9376-31D9-464C-A0DB-B243C971BE17}" destId="{40B5B0EF-688B-964D-910A-6E0D84E95C1D}" srcOrd="2" destOrd="0" parTransId="{24B217DF-1E03-604F-830A-2EC633C15390}" sibTransId="{E7D068D7-5384-8E45-A887-4825835FBA51}"/>
    <dgm:cxn modelId="{F66FDAB7-9DA1-2C43-9B92-F5A3D351F9CD}" type="presOf" srcId="{6AC24F01-5E97-EB4C-A749-C2C3C94B9EB9}" destId="{13F5F7A6-1CBF-3F46-961A-F34A7F80F3E5}" srcOrd="0" destOrd="0" presId="urn:microsoft.com/office/officeart/2005/8/layout/process2"/>
    <dgm:cxn modelId="{16915AE0-57F3-4B40-B98E-FEDFB186A9BF}" type="presOf" srcId="{99916389-446E-7B4D-A9B9-B737873CDCB2}" destId="{F2B5A62E-FE3B-D945-AA9D-E80FEE30935F}" srcOrd="0" destOrd="0" presId="urn:microsoft.com/office/officeart/2005/8/layout/process2"/>
    <dgm:cxn modelId="{801AAEF2-917D-354C-8D07-7A90D7DE76E0}" srcId="{C76D9376-31D9-464C-A0DB-B243C971BE17}" destId="{99916389-446E-7B4D-A9B9-B737873CDCB2}" srcOrd="0" destOrd="0" parTransId="{56C1C090-C273-554C-B9D8-467067EDD5A2}" sibTransId="{6AC24F01-5E97-EB4C-A749-C2C3C94B9EB9}"/>
    <dgm:cxn modelId="{DB9F011D-6C17-3A49-95A7-C1ABF41E66EF}" type="presParOf" srcId="{46E981FD-239B-F74C-B7EB-57202AC9E8FF}" destId="{F2B5A62E-FE3B-D945-AA9D-E80FEE30935F}" srcOrd="0" destOrd="0" presId="urn:microsoft.com/office/officeart/2005/8/layout/process2"/>
    <dgm:cxn modelId="{8C6A9777-B524-8044-A005-9B4658DB3497}" type="presParOf" srcId="{46E981FD-239B-F74C-B7EB-57202AC9E8FF}" destId="{13F5F7A6-1CBF-3F46-961A-F34A7F80F3E5}" srcOrd="1" destOrd="0" presId="urn:microsoft.com/office/officeart/2005/8/layout/process2"/>
    <dgm:cxn modelId="{7264B8D5-9D08-234D-BE61-B397DE7E76C9}" type="presParOf" srcId="{13F5F7A6-1CBF-3F46-961A-F34A7F80F3E5}" destId="{368903CA-1DB5-0D4E-916D-382B59483668}" srcOrd="0" destOrd="0" presId="urn:microsoft.com/office/officeart/2005/8/layout/process2"/>
    <dgm:cxn modelId="{347A7F6F-31C1-184D-9793-E79ED4F6B06C}" type="presParOf" srcId="{46E981FD-239B-F74C-B7EB-57202AC9E8FF}" destId="{F50E62AC-9095-9244-A982-02780C86E306}" srcOrd="2" destOrd="0" presId="urn:microsoft.com/office/officeart/2005/8/layout/process2"/>
    <dgm:cxn modelId="{0577A982-1EE5-DC47-A988-359EB330C8E5}" type="presParOf" srcId="{46E981FD-239B-F74C-B7EB-57202AC9E8FF}" destId="{5B74DC5E-1AD3-B448-B0CA-ADF03386ACB4}" srcOrd="3" destOrd="0" presId="urn:microsoft.com/office/officeart/2005/8/layout/process2"/>
    <dgm:cxn modelId="{E01D7F29-D388-2645-89AD-8D41D1B7DDD4}" type="presParOf" srcId="{5B74DC5E-1AD3-B448-B0CA-ADF03386ACB4}" destId="{7694FF59-CEC8-F545-86B2-6B16EA60E96C}" srcOrd="0" destOrd="0" presId="urn:microsoft.com/office/officeart/2005/8/layout/process2"/>
    <dgm:cxn modelId="{472338FD-D0EA-CF43-B6B4-43F4507E5B32}" type="presParOf" srcId="{46E981FD-239B-F74C-B7EB-57202AC9E8FF}" destId="{1B626975-9BA8-484B-BC6A-E2F837248C5D}" srcOrd="4" destOrd="0" presId="urn:microsoft.com/office/officeart/2005/8/layout/process2"/>
    <dgm:cxn modelId="{9E1C3898-4A82-2041-9FD2-B2F93AC0E8C2}" type="presParOf" srcId="{46E981FD-239B-F74C-B7EB-57202AC9E8FF}" destId="{BB0E1D0D-C95E-7F49-9510-4FDB01BABFC9}" srcOrd="5" destOrd="0" presId="urn:microsoft.com/office/officeart/2005/8/layout/process2"/>
    <dgm:cxn modelId="{C7799E39-98DC-FA42-8B2E-ED280D49EA8A}" type="presParOf" srcId="{BB0E1D0D-C95E-7F49-9510-4FDB01BABFC9}" destId="{7929778D-0817-D64A-A665-E7706722D34F}" srcOrd="0" destOrd="0" presId="urn:microsoft.com/office/officeart/2005/8/layout/process2"/>
    <dgm:cxn modelId="{2B65FD36-5852-CB47-9FBA-1604748ACD0E}" type="presParOf" srcId="{46E981FD-239B-F74C-B7EB-57202AC9E8FF}" destId="{449B9768-6912-FD44-B651-115E4CECDE37}" srcOrd="6" destOrd="0" presId="urn:microsoft.com/office/officeart/2005/8/layout/process2"/>
    <dgm:cxn modelId="{54A66EC2-1CD0-0B45-977C-81681956514A}" type="presParOf" srcId="{46E981FD-239B-F74C-B7EB-57202AC9E8FF}" destId="{EAC89128-C0DA-0D4F-A597-46A5F98B287E}" srcOrd="7" destOrd="0" presId="urn:microsoft.com/office/officeart/2005/8/layout/process2"/>
    <dgm:cxn modelId="{C5CFA6FF-E8FB-784F-8A05-9A52CF900B29}" type="presParOf" srcId="{EAC89128-C0DA-0D4F-A597-46A5F98B287E}" destId="{5435F745-EDEA-1543-8C64-BD920EDCEC3A}" srcOrd="0" destOrd="0" presId="urn:microsoft.com/office/officeart/2005/8/layout/process2"/>
    <dgm:cxn modelId="{E2F6C1B7-DAC3-F34A-8739-3B69D1744A75}" type="presParOf" srcId="{46E981FD-239B-F74C-B7EB-57202AC9E8FF}" destId="{19E7A5FB-5924-BC4D-B0D1-6BEEE7B962A6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6D9376-31D9-464C-A0DB-B243C971BE17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BBBC6111-CC35-FD43-9A13-78356CF470E0}">
      <dgm:prSet phldrT="[Text]"/>
      <dgm:spPr/>
      <dgm:t>
        <a:bodyPr/>
        <a:lstStyle/>
        <a:p>
          <a:r>
            <a:rPr lang="en-GB" dirty="0"/>
            <a:t>Remove Forget Set</a:t>
          </a:r>
        </a:p>
      </dgm:t>
    </dgm:pt>
    <dgm:pt modelId="{DB8E75A4-1BCA-E84F-9AE4-6D22CA03734F}" type="parTrans" cxnId="{1F0D7E87-830E-634E-8518-F9B674ABABA7}">
      <dgm:prSet/>
      <dgm:spPr/>
      <dgm:t>
        <a:bodyPr/>
        <a:lstStyle/>
        <a:p>
          <a:endParaRPr lang="en-GB"/>
        </a:p>
      </dgm:t>
    </dgm:pt>
    <dgm:pt modelId="{56587601-D502-F94C-A140-EDA62CC15AE6}" type="sibTrans" cxnId="{1F0D7E87-830E-634E-8518-F9B674ABABA7}">
      <dgm:prSet/>
      <dgm:spPr/>
      <dgm:t>
        <a:bodyPr/>
        <a:lstStyle/>
        <a:p>
          <a:endParaRPr lang="en-GB"/>
        </a:p>
      </dgm:t>
    </dgm:pt>
    <dgm:pt modelId="{0326EB97-8577-1841-A6E9-E13C4B18E01E}">
      <dgm:prSet phldrT="[Text]"/>
      <dgm:spPr/>
      <dgm:t>
        <a:bodyPr/>
        <a:lstStyle/>
        <a:p>
          <a:r>
            <a:rPr lang="en-GB" dirty="0"/>
            <a:t>Train NEW MLP from scratch</a:t>
          </a:r>
        </a:p>
      </dgm:t>
    </dgm:pt>
    <dgm:pt modelId="{88820F95-31C9-3942-97AE-BB8D8769219B}" type="parTrans" cxnId="{315F42A6-78C9-1A4C-9DDA-854768E47DF6}">
      <dgm:prSet/>
      <dgm:spPr/>
      <dgm:t>
        <a:bodyPr/>
        <a:lstStyle/>
        <a:p>
          <a:endParaRPr lang="en-GB"/>
        </a:p>
      </dgm:t>
    </dgm:pt>
    <dgm:pt modelId="{1926DCDF-7BFF-6549-9464-31621A13A67C}" type="sibTrans" cxnId="{315F42A6-78C9-1A4C-9DDA-854768E47DF6}">
      <dgm:prSet/>
      <dgm:spPr/>
      <dgm:t>
        <a:bodyPr/>
        <a:lstStyle/>
        <a:p>
          <a:endParaRPr lang="en-GB"/>
        </a:p>
      </dgm:t>
    </dgm:pt>
    <dgm:pt modelId="{99916389-446E-7B4D-A9B9-B737873CDCB2}">
      <dgm:prSet/>
      <dgm:spPr/>
      <dgm:t>
        <a:bodyPr/>
        <a:lstStyle/>
        <a:p>
          <a:r>
            <a:rPr lang="en-GB" dirty="0"/>
            <a:t>DELETION REQUEST</a:t>
          </a:r>
        </a:p>
      </dgm:t>
    </dgm:pt>
    <dgm:pt modelId="{56C1C090-C273-554C-B9D8-467067EDD5A2}" type="parTrans" cxnId="{801AAEF2-917D-354C-8D07-7A90D7DE76E0}">
      <dgm:prSet/>
      <dgm:spPr/>
      <dgm:t>
        <a:bodyPr/>
        <a:lstStyle/>
        <a:p>
          <a:endParaRPr lang="en-GB"/>
        </a:p>
      </dgm:t>
    </dgm:pt>
    <dgm:pt modelId="{6AC24F01-5E97-EB4C-A749-C2C3C94B9EB9}" type="sibTrans" cxnId="{801AAEF2-917D-354C-8D07-7A90D7DE76E0}">
      <dgm:prSet/>
      <dgm:spPr/>
      <dgm:t>
        <a:bodyPr/>
        <a:lstStyle/>
        <a:p>
          <a:endParaRPr lang="en-GB"/>
        </a:p>
      </dgm:t>
    </dgm:pt>
    <dgm:pt modelId="{40B5B0EF-688B-964D-910A-6E0D84E95C1D}">
      <dgm:prSet phldrT="[Text]"/>
      <dgm:spPr/>
      <dgm:t>
        <a:bodyPr/>
        <a:lstStyle/>
        <a:p>
          <a:r>
            <a:rPr lang="en-GB" dirty="0"/>
            <a:t>RETAIN SET</a:t>
          </a:r>
        </a:p>
      </dgm:t>
    </dgm:pt>
    <dgm:pt modelId="{24B217DF-1E03-604F-830A-2EC633C15390}" type="parTrans" cxnId="{C953A7B1-7A59-F243-87CD-8B272681AE7B}">
      <dgm:prSet/>
      <dgm:spPr/>
      <dgm:t>
        <a:bodyPr/>
        <a:lstStyle/>
        <a:p>
          <a:endParaRPr lang="en-GB"/>
        </a:p>
      </dgm:t>
    </dgm:pt>
    <dgm:pt modelId="{E7D068D7-5384-8E45-A887-4825835FBA51}" type="sibTrans" cxnId="{C953A7B1-7A59-F243-87CD-8B272681AE7B}">
      <dgm:prSet/>
      <dgm:spPr/>
      <dgm:t>
        <a:bodyPr/>
        <a:lstStyle/>
        <a:p>
          <a:endParaRPr lang="en-GB"/>
        </a:p>
      </dgm:t>
    </dgm:pt>
    <dgm:pt modelId="{E6C587AB-51FB-BA4F-A61E-2B019089AC5C}">
      <dgm:prSet phldrT="[Text]"/>
      <dgm:spPr/>
      <dgm:t>
        <a:bodyPr/>
        <a:lstStyle/>
        <a:p>
          <a:r>
            <a:rPr lang="en-GB" dirty="0"/>
            <a:t>Prepare Features</a:t>
          </a:r>
        </a:p>
      </dgm:t>
    </dgm:pt>
    <dgm:pt modelId="{42160D5D-24AC-C44B-8C89-FABCB4798532}" type="parTrans" cxnId="{A13F6C17-4AEE-3340-8407-BD341CC58304}">
      <dgm:prSet/>
      <dgm:spPr/>
      <dgm:t>
        <a:bodyPr/>
        <a:lstStyle/>
        <a:p>
          <a:endParaRPr lang="en-GB"/>
        </a:p>
      </dgm:t>
    </dgm:pt>
    <dgm:pt modelId="{30B84280-AD01-D14F-B00D-AF301684049A}" type="sibTrans" cxnId="{A13F6C17-4AEE-3340-8407-BD341CC58304}">
      <dgm:prSet/>
      <dgm:spPr/>
      <dgm:t>
        <a:bodyPr/>
        <a:lstStyle/>
        <a:p>
          <a:endParaRPr lang="en-GB"/>
        </a:p>
      </dgm:t>
    </dgm:pt>
    <dgm:pt modelId="{AF8151D3-083A-8F4D-9F66-CA0B351E51EE}">
      <dgm:prSet phldrT="[Text]"/>
      <dgm:spPr/>
      <dgm:t>
        <a:bodyPr/>
        <a:lstStyle/>
        <a:p>
          <a:r>
            <a:rPr lang="en-GB" dirty="0"/>
            <a:t>FULL RETRAINED MODEL</a:t>
          </a:r>
        </a:p>
      </dgm:t>
    </dgm:pt>
    <dgm:pt modelId="{B29DFAE4-F2B3-D84C-A69B-A65FBF09759E}" type="parTrans" cxnId="{6E2E8001-C79B-E845-A789-8C4A3BEBD7C1}">
      <dgm:prSet/>
      <dgm:spPr/>
      <dgm:t>
        <a:bodyPr/>
        <a:lstStyle/>
        <a:p>
          <a:endParaRPr lang="en-GB"/>
        </a:p>
      </dgm:t>
    </dgm:pt>
    <dgm:pt modelId="{659F9F01-4E02-3E43-9E16-3317F188CEA7}" type="sibTrans" cxnId="{6E2E8001-C79B-E845-A789-8C4A3BEBD7C1}">
      <dgm:prSet/>
      <dgm:spPr/>
      <dgm:t>
        <a:bodyPr/>
        <a:lstStyle/>
        <a:p>
          <a:endParaRPr lang="en-GB"/>
        </a:p>
      </dgm:t>
    </dgm:pt>
    <dgm:pt modelId="{B7346915-DB33-8843-9C6C-07C468C33269}">
      <dgm:prSet phldrT="[Text]"/>
      <dgm:spPr/>
      <dgm:t>
        <a:bodyPr/>
        <a:lstStyle/>
        <a:p>
          <a:r>
            <a:rPr lang="en-GB" dirty="0"/>
            <a:t>Forgetting Reference</a:t>
          </a:r>
        </a:p>
      </dgm:t>
    </dgm:pt>
    <dgm:pt modelId="{C789D959-1CDD-6C49-972A-30B8C19C6EC7}" type="parTrans" cxnId="{DBA659EA-7E0F-CD42-A3A8-B3D93FFD612E}">
      <dgm:prSet/>
      <dgm:spPr/>
      <dgm:t>
        <a:bodyPr/>
        <a:lstStyle/>
        <a:p>
          <a:endParaRPr lang="en-GB"/>
        </a:p>
      </dgm:t>
    </dgm:pt>
    <dgm:pt modelId="{7356FA8C-FE8A-B24E-8AC0-64870A6C5729}" type="sibTrans" cxnId="{DBA659EA-7E0F-CD42-A3A8-B3D93FFD612E}">
      <dgm:prSet/>
      <dgm:spPr/>
      <dgm:t>
        <a:bodyPr/>
        <a:lstStyle/>
        <a:p>
          <a:endParaRPr lang="en-GB"/>
        </a:p>
      </dgm:t>
    </dgm:pt>
    <dgm:pt modelId="{46E981FD-239B-F74C-B7EB-57202AC9E8FF}" type="pres">
      <dgm:prSet presAssocID="{C76D9376-31D9-464C-A0DB-B243C971BE17}" presName="linearFlow" presStyleCnt="0">
        <dgm:presLayoutVars>
          <dgm:resizeHandles val="exact"/>
        </dgm:presLayoutVars>
      </dgm:prSet>
      <dgm:spPr/>
    </dgm:pt>
    <dgm:pt modelId="{F2B5A62E-FE3B-D945-AA9D-E80FEE30935F}" type="pres">
      <dgm:prSet presAssocID="{99916389-446E-7B4D-A9B9-B737873CDCB2}" presName="node" presStyleLbl="node1" presStyleIdx="0" presStyleCnt="6" custLinFactNeighborX="1920" custLinFactNeighborY="-2477">
        <dgm:presLayoutVars>
          <dgm:bulletEnabled val="1"/>
        </dgm:presLayoutVars>
      </dgm:prSet>
      <dgm:spPr/>
    </dgm:pt>
    <dgm:pt modelId="{13F5F7A6-1CBF-3F46-961A-F34A7F80F3E5}" type="pres">
      <dgm:prSet presAssocID="{6AC24F01-5E97-EB4C-A749-C2C3C94B9EB9}" presName="sibTrans" presStyleLbl="sibTrans2D1" presStyleIdx="0" presStyleCnt="5"/>
      <dgm:spPr/>
    </dgm:pt>
    <dgm:pt modelId="{368903CA-1DB5-0D4E-916D-382B59483668}" type="pres">
      <dgm:prSet presAssocID="{6AC24F01-5E97-EB4C-A749-C2C3C94B9EB9}" presName="connectorText" presStyleLbl="sibTrans2D1" presStyleIdx="0" presStyleCnt="5"/>
      <dgm:spPr/>
    </dgm:pt>
    <dgm:pt modelId="{F50E62AC-9095-9244-A982-02780C86E306}" type="pres">
      <dgm:prSet presAssocID="{BBBC6111-CC35-FD43-9A13-78356CF470E0}" presName="node" presStyleLbl="node1" presStyleIdx="1" presStyleCnt="6">
        <dgm:presLayoutVars>
          <dgm:bulletEnabled val="1"/>
        </dgm:presLayoutVars>
      </dgm:prSet>
      <dgm:spPr/>
    </dgm:pt>
    <dgm:pt modelId="{5B74DC5E-1AD3-B448-B0CA-ADF03386ACB4}" type="pres">
      <dgm:prSet presAssocID="{56587601-D502-F94C-A140-EDA62CC15AE6}" presName="sibTrans" presStyleLbl="sibTrans2D1" presStyleIdx="1" presStyleCnt="5"/>
      <dgm:spPr/>
    </dgm:pt>
    <dgm:pt modelId="{7694FF59-CEC8-F545-86B2-6B16EA60E96C}" type="pres">
      <dgm:prSet presAssocID="{56587601-D502-F94C-A140-EDA62CC15AE6}" presName="connectorText" presStyleLbl="sibTrans2D1" presStyleIdx="1" presStyleCnt="5"/>
      <dgm:spPr/>
    </dgm:pt>
    <dgm:pt modelId="{1B626975-9BA8-484B-BC6A-E2F837248C5D}" type="pres">
      <dgm:prSet presAssocID="{40B5B0EF-688B-964D-910A-6E0D84E95C1D}" presName="node" presStyleLbl="node1" presStyleIdx="2" presStyleCnt="6">
        <dgm:presLayoutVars>
          <dgm:bulletEnabled val="1"/>
        </dgm:presLayoutVars>
      </dgm:prSet>
      <dgm:spPr/>
    </dgm:pt>
    <dgm:pt modelId="{BB0E1D0D-C95E-7F49-9510-4FDB01BABFC9}" type="pres">
      <dgm:prSet presAssocID="{E7D068D7-5384-8E45-A887-4825835FBA51}" presName="sibTrans" presStyleLbl="sibTrans2D1" presStyleIdx="2" presStyleCnt="5"/>
      <dgm:spPr/>
    </dgm:pt>
    <dgm:pt modelId="{7929778D-0817-D64A-A665-E7706722D34F}" type="pres">
      <dgm:prSet presAssocID="{E7D068D7-5384-8E45-A887-4825835FBA51}" presName="connectorText" presStyleLbl="sibTrans2D1" presStyleIdx="2" presStyleCnt="5"/>
      <dgm:spPr/>
    </dgm:pt>
    <dgm:pt modelId="{449B9768-6912-FD44-B651-115E4CECDE37}" type="pres">
      <dgm:prSet presAssocID="{E6C587AB-51FB-BA4F-A61E-2B019089AC5C}" presName="node" presStyleLbl="node1" presStyleIdx="3" presStyleCnt="6">
        <dgm:presLayoutVars>
          <dgm:bulletEnabled val="1"/>
        </dgm:presLayoutVars>
      </dgm:prSet>
      <dgm:spPr/>
    </dgm:pt>
    <dgm:pt modelId="{EAC89128-C0DA-0D4F-A597-46A5F98B287E}" type="pres">
      <dgm:prSet presAssocID="{30B84280-AD01-D14F-B00D-AF301684049A}" presName="sibTrans" presStyleLbl="sibTrans2D1" presStyleIdx="3" presStyleCnt="5"/>
      <dgm:spPr/>
    </dgm:pt>
    <dgm:pt modelId="{5435F745-EDEA-1543-8C64-BD920EDCEC3A}" type="pres">
      <dgm:prSet presAssocID="{30B84280-AD01-D14F-B00D-AF301684049A}" presName="connectorText" presStyleLbl="sibTrans2D1" presStyleIdx="3" presStyleCnt="5"/>
      <dgm:spPr/>
    </dgm:pt>
    <dgm:pt modelId="{19E7A5FB-5924-BC4D-B0D1-6BEEE7B962A6}" type="pres">
      <dgm:prSet presAssocID="{0326EB97-8577-1841-A6E9-E13C4B18E01E}" presName="node" presStyleLbl="node1" presStyleIdx="4" presStyleCnt="6">
        <dgm:presLayoutVars>
          <dgm:bulletEnabled val="1"/>
        </dgm:presLayoutVars>
      </dgm:prSet>
      <dgm:spPr/>
    </dgm:pt>
    <dgm:pt modelId="{4BEF0D08-7DC3-9F41-9526-47CEE1D8F7D8}" type="pres">
      <dgm:prSet presAssocID="{1926DCDF-7BFF-6549-9464-31621A13A67C}" presName="sibTrans" presStyleLbl="sibTrans2D1" presStyleIdx="4" presStyleCnt="5"/>
      <dgm:spPr/>
    </dgm:pt>
    <dgm:pt modelId="{A24C71E5-EABB-E44C-8F6B-177B31B5545F}" type="pres">
      <dgm:prSet presAssocID="{1926DCDF-7BFF-6549-9464-31621A13A67C}" presName="connectorText" presStyleLbl="sibTrans2D1" presStyleIdx="4" presStyleCnt="5"/>
      <dgm:spPr/>
    </dgm:pt>
    <dgm:pt modelId="{03424180-A09D-A846-A7D4-6AE829561347}" type="pres">
      <dgm:prSet presAssocID="{AF8151D3-083A-8F4D-9F66-CA0B351E51EE}" presName="node" presStyleLbl="node1" presStyleIdx="5" presStyleCnt="6">
        <dgm:presLayoutVars>
          <dgm:bulletEnabled val="1"/>
        </dgm:presLayoutVars>
      </dgm:prSet>
      <dgm:spPr/>
    </dgm:pt>
  </dgm:ptLst>
  <dgm:cxnLst>
    <dgm:cxn modelId="{6E2E8001-C79B-E845-A789-8C4A3BEBD7C1}" srcId="{C76D9376-31D9-464C-A0DB-B243C971BE17}" destId="{AF8151D3-083A-8F4D-9F66-CA0B351E51EE}" srcOrd="5" destOrd="0" parTransId="{B29DFAE4-F2B3-D84C-A69B-A65FBF09759E}" sibTransId="{659F9F01-4E02-3E43-9E16-3317F188CEA7}"/>
    <dgm:cxn modelId="{A6770704-A003-AD4B-AE75-EA6B56E0984D}" type="presOf" srcId="{C76D9376-31D9-464C-A0DB-B243C971BE17}" destId="{46E981FD-239B-F74C-B7EB-57202AC9E8FF}" srcOrd="0" destOrd="0" presId="urn:microsoft.com/office/officeart/2005/8/layout/process2"/>
    <dgm:cxn modelId="{78C67E14-5CA1-654B-BE02-D487A669A10D}" type="presOf" srcId="{E6C587AB-51FB-BA4F-A61E-2B019089AC5C}" destId="{449B9768-6912-FD44-B651-115E4CECDE37}" srcOrd="0" destOrd="0" presId="urn:microsoft.com/office/officeart/2005/8/layout/process2"/>
    <dgm:cxn modelId="{A13F6C17-4AEE-3340-8407-BD341CC58304}" srcId="{C76D9376-31D9-464C-A0DB-B243C971BE17}" destId="{E6C587AB-51FB-BA4F-A61E-2B019089AC5C}" srcOrd="3" destOrd="0" parTransId="{42160D5D-24AC-C44B-8C89-FABCB4798532}" sibTransId="{30B84280-AD01-D14F-B00D-AF301684049A}"/>
    <dgm:cxn modelId="{29CBCC19-52A8-0D4F-961A-0BA09936132F}" type="presOf" srcId="{1926DCDF-7BFF-6549-9464-31621A13A67C}" destId="{4BEF0D08-7DC3-9F41-9526-47CEE1D8F7D8}" srcOrd="0" destOrd="0" presId="urn:microsoft.com/office/officeart/2005/8/layout/process2"/>
    <dgm:cxn modelId="{1DA1CA23-7912-BA46-8258-1E75FDED1F64}" type="presOf" srcId="{1926DCDF-7BFF-6549-9464-31621A13A67C}" destId="{A24C71E5-EABB-E44C-8F6B-177B31B5545F}" srcOrd="1" destOrd="0" presId="urn:microsoft.com/office/officeart/2005/8/layout/process2"/>
    <dgm:cxn modelId="{9A5C1427-6761-7241-9B2E-6640C591647B}" type="presOf" srcId="{AF8151D3-083A-8F4D-9F66-CA0B351E51EE}" destId="{03424180-A09D-A846-A7D4-6AE829561347}" srcOrd="0" destOrd="0" presId="urn:microsoft.com/office/officeart/2005/8/layout/process2"/>
    <dgm:cxn modelId="{CB0DB037-ACC3-0147-A3A3-CF90B49E0255}" type="presOf" srcId="{B7346915-DB33-8843-9C6C-07C468C33269}" destId="{03424180-A09D-A846-A7D4-6AE829561347}" srcOrd="0" destOrd="1" presId="urn:microsoft.com/office/officeart/2005/8/layout/process2"/>
    <dgm:cxn modelId="{8D85664F-B121-8F43-BBC7-3EBC6C09C97D}" type="presOf" srcId="{0326EB97-8577-1841-A6E9-E13C4B18E01E}" destId="{19E7A5FB-5924-BC4D-B0D1-6BEEE7B962A6}" srcOrd="0" destOrd="0" presId="urn:microsoft.com/office/officeart/2005/8/layout/process2"/>
    <dgm:cxn modelId="{A4446251-763D-874B-84E5-B9B02E2FC3DC}" type="presOf" srcId="{40B5B0EF-688B-964D-910A-6E0D84E95C1D}" destId="{1B626975-9BA8-484B-BC6A-E2F837248C5D}" srcOrd="0" destOrd="0" presId="urn:microsoft.com/office/officeart/2005/8/layout/process2"/>
    <dgm:cxn modelId="{AABB0654-F572-9F4E-B0B5-CC53DFEEA0D6}" type="presOf" srcId="{30B84280-AD01-D14F-B00D-AF301684049A}" destId="{EAC89128-C0DA-0D4F-A597-46A5F98B287E}" srcOrd="0" destOrd="0" presId="urn:microsoft.com/office/officeart/2005/8/layout/process2"/>
    <dgm:cxn modelId="{C3999458-3F20-8F42-A515-1AF87A8E7E68}" type="presOf" srcId="{56587601-D502-F94C-A140-EDA62CC15AE6}" destId="{7694FF59-CEC8-F545-86B2-6B16EA60E96C}" srcOrd="1" destOrd="0" presId="urn:microsoft.com/office/officeart/2005/8/layout/process2"/>
    <dgm:cxn modelId="{B91DA76D-3906-814C-8F2A-95A94E1BDDDB}" type="presOf" srcId="{30B84280-AD01-D14F-B00D-AF301684049A}" destId="{5435F745-EDEA-1543-8C64-BD920EDCEC3A}" srcOrd="1" destOrd="0" presId="urn:microsoft.com/office/officeart/2005/8/layout/process2"/>
    <dgm:cxn modelId="{9B74DA71-E995-A643-8E57-D97A80E02374}" type="presOf" srcId="{E7D068D7-5384-8E45-A887-4825835FBA51}" destId="{BB0E1D0D-C95E-7F49-9510-4FDB01BABFC9}" srcOrd="0" destOrd="0" presId="urn:microsoft.com/office/officeart/2005/8/layout/process2"/>
    <dgm:cxn modelId="{84669B74-55E1-3244-8295-6488170783AF}" type="presOf" srcId="{56587601-D502-F94C-A140-EDA62CC15AE6}" destId="{5B74DC5E-1AD3-B448-B0CA-ADF03386ACB4}" srcOrd="0" destOrd="0" presId="urn:microsoft.com/office/officeart/2005/8/layout/process2"/>
    <dgm:cxn modelId="{485F7E78-62AC-B640-9BB0-72B96B978265}" type="presOf" srcId="{E7D068D7-5384-8E45-A887-4825835FBA51}" destId="{7929778D-0817-D64A-A665-E7706722D34F}" srcOrd="1" destOrd="0" presId="urn:microsoft.com/office/officeart/2005/8/layout/process2"/>
    <dgm:cxn modelId="{1F0D7E87-830E-634E-8518-F9B674ABABA7}" srcId="{C76D9376-31D9-464C-A0DB-B243C971BE17}" destId="{BBBC6111-CC35-FD43-9A13-78356CF470E0}" srcOrd="1" destOrd="0" parTransId="{DB8E75A4-1BCA-E84F-9AE4-6D22CA03734F}" sibTransId="{56587601-D502-F94C-A140-EDA62CC15AE6}"/>
    <dgm:cxn modelId="{BB0A459A-D060-6F43-80A3-C80462A4ADC1}" type="presOf" srcId="{BBBC6111-CC35-FD43-9A13-78356CF470E0}" destId="{F50E62AC-9095-9244-A982-02780C86E306}" srcOrd="0" destOrd="0" presId="urn:microsoft.com/office/officeart/2005/8/layout/process2"/>
    <dgm:cxn modelId="{7DF20E9E-5ED4-1642-A712-C5DC0078E944}" type="presOf" srcId="{6AC24F01-5E97-EB4C-A749-C2C3C94B9EB9}" destId="{368903CA-1DB5-0D4E-916D-382B59483668}" srcOrd="1" destOrd="0" presId="urn:microsoft.com/office/officeart/2005/8/layout/process2"/>
    <dgm:cxn modelId="{315F42A6-78C9-1A4C-9DDA-854768E47DF6}" srcId="{C76D9376-31D9-464C-A0DB-B243C971BE17}" destId="{0326EB97-8577-1841-A6E9-E13C4B18E01E}" srcOrd="4" destOrd="0" parTransId="{88820F95-31C9-3942-97AE-BB8D8769219B}" sibTransId="{1926DCDF-7BFF-6549-9464-31621A13A67C}"/>
    <dgm:cxn modelId="{C953A7B1-7A59-F243-87CD-8B272681AE7B}" srcId="{C76D9376-31D9-464C-A0DB-B243C971BE17}" destId="{40B5B0EF-688B-964D-910A-6E0D84E95C1D}" srcOrd="2" destOrd="0" parTransId="{24B217DF-1E03-604F-830A-2EC633C15390}" sibTransId="{E7D068D7-5384-8E45-A887-4825835FBA51}"/>
    <dgm:cxn modelId="{F66FDAB7-9DA1-2C43-9B92-F5A3D351F9CD}" type="presOf" srcId="{6AC24F01-5E97-EB4C-A749-C2C3C94B9EB9}" destId="{13F5F7A6-1CBF-3F46-961A-F34A7F80F3E5}" srcOrd="0" destOrd="0" presId="urn:microsoft.com/office/officeart/2005/8/layout/process2"/>
    <dgm:cxn modelId="{16915AE0-57F3-4B40-B98E-FEDFB186A9BF}" type="presOf" srcId="{99916389-446E-7B4D-A9B9-B737873CDCB2}" destId="{F2B5A62E-FE3B-D945-AA9D-E80FEE30935F}" srcOrd="0" destOrd="0" presId="urn:microsoft.com/office/officeart/2005/8/layout/process2"/>
    <dgm:cxn modelId="{DBA659EA-7E0F-CD42-A3A8-B3D93FFD612E}" srcId="{AF8151D3-083A-8F4D-9F66-CA0B351E51EE}" destId="{B7346915-DB33-8843-9C6C-07C468C33269}" srcOrd="0" destOrd="0" parTransId="{C789D959-1CDD-6C49-972A-30B8C19C6EC7}" sibTransId="{7356FA8C-FE8A-B24E-8AC0-64870A6C5729}"/>
    <dgm:cxn modelId="{801AAEF2-917D-354C-8D07-7A90D7DE76E0}" srcId="{C76D9376-31D9-464C-A0DB-B243C971BE17}" destId="{99916389-446E-7B4D-A9B9-B737873CDCB2}" srcOrd="0" destOrd="0" parTransId="{56C1C090-C273-554C-B9D8-467067EDD5A2}" sibTransId="{6AC24F01-5E97-EB4C-A749-C2C3C94B9EB9}"/>
    <dgm:cxn modelId="{DB9F011D-6C17-3A49-95A7-C1ABF41E66EF}" type="presParOf" srcId="{46E981FD-239B-F74C-B7EB-57202AC9E8FF}" destId="{F2B5A62E-FE3B-D945-AA9D-E80FEE30935F}" srcOrd="0" destOrd="0" presId="urn:microsoft.com/office/officeart/2005/8/layout/process2"/>
    <dgm:cxn modelId="{8C6A9777-B524-8044-A005-9B4658DB3497}" type="presParOf" srcId="{46E981FD-239B-F74C-B7EB-57202AC9E8FF}" destId="{13F5F7A6-1CBF-3F46-961A-F34A7F80F3E5}" srcOrd="1" destOrd="0" presId="urn:microsoft.com/office/officeart/2005/8/layout/process2"/>
    <dgm:cxn modelId="{7264B8D5-9D08-234D-BE61-B397DE7E76C9}" type="presParOf" srcId="{13F5F7A6-1CBF-3F46-961A-F34A7F80F3E5}" destId="{368903CA-1DB5-0D4E-916D-382B59483668}" srcOrd="0" destOrd="0" presId="urn:microsoft.com/office/officeart/2005/8/layout/process2"/>
    <dgm:cxn modelId="{347A7F6F-31C1-184D-9793-E79ED4F6B06C}" type="presParOf" srcId="{46E981FD-239B-F74C-B7EB-57202AC9E8FF}" destId="{F50E62AC-9095-9244-A982-02780C86E306}" srcOrd="2" destOrd="0" presId="urn:microsoft.com/office/officeart/2005/8/layout/process2"/>
    <dgm:cxn modelId="{0577A982-1EE5-DC47-A988-359EB330C8E5}" type="presParOf" srcId="{46E981FD-239B-F74C-B7EB-57202AC9E8FF}" destId="{5B74DC5E-1AD3-B448-B0CA-ADF03386ACB4}" srcOrd="3" destOrd="0" presId="urn:microsoft.com/office/officeart/2005/8/layout/process2"/>
    <dgm:cxn modelId="{E01D7F29-D388-2645-89AD-8D41D1B7DDD4}" type="presParOf" srcId="{5B74DC5E-1AD3-B448-B0CA-ADF03386ACB4}" destId="{7694FF59-CEC8-F545-86B2-6B16EA60E96C}" srcOrd="0" destOrd="0" presId="urn:microsoft.com/office/officeart/2005/8/layout/process2"/>
    <dgm:cxn modelId="{472338FD-D0EA-CF43-B6B4-43F4507E5B32}" type="presParOf" srcId="{46E981FD-239B-F74C-B7EB-57202AC9E8FF}" destId="{1B626975-9BA8-484B-BC6A-E2F837248C5D}" srcOrd="4" destOrd="0" presId="urn:microsoft.com/office/officeart/2005/8/layout/process2"/>
    <dgm:cxn modelId="{9E1C3898-4A82-2041-9FD2-B2F93AC0E8C2}" type="presParOf" srcId="{46E981FD-239B-F74C-B7EB-57202AC9E8FF}" destId="{BB0E1D0D-C95E-7F49-9510-4FDB01BABFC9}" srcOrd="5" destOrd="0" presId="urn:microsoft.com/office/officeart/2005/8/layout/process2"/>
    <dgm:cxn modelId="{C7799E39-98DC-FA42-8B2E-ED280D49EA8A}" type="presParOf" srcId="{BB0E1D0D-C95E-7F49-9510-4FDB01BABFC9}" destId="{7929778D-0817-D64A-A665-E7706722D34F}" srcOrd="0" destOrd="0" presId="urn:microsoft.com/office/officeart/2005/8/layout/process2"/>
    <dgm:cxn modelId="{2B65FD36-5852-CB47-9FBA-1604748ACD0E}" type="presParOf" srcId="{46E981FD-239B-F74C-B7EB-57202AC9E8FF}" destId="{449B9768-6912-FD44-B651-115E4CECDE37}" srcOrd="6" destOrd="0" presId="urn:microsoft.com/office/officeart/2005/8/layout/process2"/>
    <dgm:cxn modelId="{54A66EC2-1CD0-0B45-977C-81681956514A}" type="presParOf" srcId="{46E981FD-239B-F74C-B7EB-57202AC9E8FF}" destId="{EAC89128-C0DA-0D4F-A597-46A5F98B287E}" srcOrd="7" destOrd="0" presId="urn:microsoft.com/office/officeart/2005/8/layout/process2"/>
    <dgm:cxn modelId="{C5CFA6FF-E8FB-784F-8A05-9A52CF900B29}" type="presParOf" srcId="{EAC89128-C0DA-0D4F-A597-46A5F98B287E}" destId="{5435F745-EDEA-1543-8C64-BD920EDCEC3A}" srcOrd="0" destOrd="0" presId="urn:microsoft.com/office/officeart/2005/8/layout/process2"/>
    <dgm:cxn modelId="{E2F6C1B7-DAC3-F34A-8739-3B69D1744A75}" type="presParOf" srcId="{46E981FD-239B-F74C-B7EB-57202AC9E8FF}" destId="{19E7A5FB-5924-BC4D-B0D1-6BEEE7B962A6}" srcOrd="8" destOrd="0" presId="urn:microsoft.com/office/officeart/2005/8/layout/process2"/>
    <dgm:cxn modelId="{67235764-30B7-7B4D-8D21-AF28738D1BC3}" type="presParOf" srcId="{46E981FD-239B-F74C-B7EB-57202AC9E8FF}" destId="{4BEF0D08-7DC3-9F41-9526-47CEE1D8F7D8}" srcOrd="9" destOrd="0" presId="urn:microsoft.com/office/officeart/2005/8/layout/process2"/>
    <dgm:cxn modelId="{B1A55F62-083D-AC49-BD63-82E221FD844D}" type="presParOf" srcId="{4BEF0D08-7DC3-9F41-9526-47CEE1D8F7D8}" destId="{A24C71E5-EABB-E44C-8F6B-177B31B5545F}" srcOrd="0" destOrd="0" presId="urn:microsoft.com/office/officeart/2005/8/layout/process2"/>
    <dgm:cxn modelId="{CD77B5D6-E262-4A47-BF27-F1172DA59572}" type="presParOf" srcId="{46E981FD-239B-F74C-B7EB-57202AC9E8FF}" destId="{03424180-A09D-A846-A7D4-6AE829561347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D3B2F43-C040-C34E-8519-330FCB5535B4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6CB316C9-68BB-1B48-85B2-7CE97651ACFA}">
      <dgm:prSet phldrT="[Text]"/>
      <dgm:spPr/>
      <dgm:t>
        <a:bodyPr/>
        <a:lstStyle/>
        <a:p>
          <a:r>
            <a:rPr lang="en-GB" dirty="0"/>
            <a:t>Pre-Trained Baseline MLP</a:t>
          </a:r>
        </a:p>
      </dgm:t>
    </dgm:pt>
    <dgm:pt modelId="{CF680F79-8CCB-014E-BCF7-91B1FC8E4F97}" type="parTrans" cxnId="{264EC7C6-A699-9F4A-B681-00D8CCF5BC2C}">
      <dgm:prSet/>
      <dgm:spPr/>
      <dgm:t>
        <a:bodyPr/>
        <a:lstStyle/>
        <a:p>
          <a:endParaRPr lang="en-GB"/>
        </a:p>
      </dgm:t>
    </dgm:pt>
    <dgm:pt modelId="{6B9668FB-D633-B145-9914-8174E190BD13}" type="sibTrans" cxnId="{264EC7C6-A699-9F4A-B681-00D8CCF5BC2C}">
      <dgm:prSet/>
      <dgm:spPr/>
      <dgm:t>
        <a:bodyPr/>
        <a:lstStyle/>
        <a:p>
          <a:endParaRPr lang="en-GB"/>
        </a:p>
      </dgm:t>
    </dgm:pt>
    <dgm:pt modelId="{B2EA3162-D37A-E744-A829-4AA4D39168E1}">
      <dgm:prSet phldrT="[Text]"/>
      <dgm:spPr/>
      <dgm:t>
        <a:bodyPr/>
        <a:lstStyle/>
        <a:p>
          <a:r>
            <a:rPr lang="en-GB" dirty="0"/>
            <a:t>Load Baseline Weights</a:t>
          </a:r>
        </a:p>
      </dgm:t>
    </dgm:pt>
    <dgm:pt modelId="{74E7DBC9-9C7B-1F4A-87F0-011ACC1CDD5D}" type="parTrans" cxnId="{47605D3C-242D-A544-8E3C-BCF94F2FCEE0}">
      <dgm:prSet/>
      <dgm:spPr/>
      <dgm:t>
        <a:bodyPr/>
        <a:lstStyle/>
        <a:p>
          <a:endParaRPr lang="en-GB"/>
        </a:p>
      </dgm:t>
    </dgm:pt>
    <dgm:pt modelId="{F53F43F0-2CC4-AD4F-87FB-4E1375D8F985}" type="sibTrans" cxnId="{47605D3C-242D-A544-8E3C-BCF94F2FCEE0}">
      <dgm:prSet/>
      <dgm:spPr/>
      <dgm:t>
        <a:bodyPr/>
        <a:lstStyle/>
        <a:p>
          <a:endParaRPr lang="en-GB"/>
        </a:p>
      </dgm:t>
    </dgm:pt>
    <dgm:pt modelId="{3AF5311E-95E8-8348-BCBB-F9E89C86BA06}">
      <dgm:prSet phldrT="[Text]"/>
      <dgm:spPr/>
      <dgm:t>
        <a:bodyPr/>
        <a:lstStyle/>
        <a:p>
          <a:r>
            <a:rPr lang="en-GB" dirty="0"/>
            <a:t>Retain Training Set only</a:t>
          </a:r>
        </a:p>
      </dgm:t>
    </dgm:pt>
    <dgm:pt modelId="{DA090B4A-9459-0340-8DE6-D5F07190142F}" type="parTrans" cxnId="{617E0197-5FD3-884F-ADD2-D95AB046A7C8}">
      <dgm:prSet/>
      <dgm:spPr/>
      <dgm:t>
        <a:bodyPr/>
        <a:lstStyle/>
        <a:p>
          <a:endParaRPr lang="en-GB"/>
        </a:p>
      </dgm:t>
    </dgm:pt>
    <dgm:pt modelId="{FDFD1514-9613-324C-964F-008259C49B31}" type="sibTrans" cxnId="{617E0197-5FD3-884F-ADD2-D95AB046A7C8}">
      <dgm:prSet/>
      <dgm:spPr/>
      <dgm:t>
        <a:bodyPr/>
        <a:lstStyle/>
        <a:p>
          <a:endParaRPr lang="en-GB"/>
        </a:p>
      </dgm:t>
    </dgm:pt>
    <dgm:pt modelId="{B1973483-F63E-A546-8B71-D53D970840EE}">
      <dgm:prSet phldrT="[Text]"/>
      <dgm:spPr/>
      <dgm:t>
        <a:bodyPr/>
        <a:lstStyle/>
        <a:p>
          <a:r>
            <a:rPr lang="en-GB" dirty="0"/>
            <a:t>Already trained on full dataset</a:t>
          </a:r>
        </a:p>
      </dgm:t>
    </dgm:pt>
    <dgm:pt modelId="{0A489B92-8828-9944-AAD4-B485D31B8533}" type="parTrans" cxnId="{490136F2-3FFC-5D48-B916-ED63B28BAFB7}">
      <dgm:prSet/>
      <dgm:spPr/>
      <dgm:t>
        <a:bodyPr/>
        <a:lstStyle/>
        <a:p>
          <a:endParaRPr lang="en-GB"/>
        </a:p>
      </dgm:t>
    </dgm:pt>
    <dgm:pt modelId="{C0E53A0F-8E12-704A-B20D-103052B02D84}" type="sibTrans" cxnId="{490136F2-3FFC-5D48-B916-ED63B28BAFB7}">
      <dgm:prSet/>
      <dgm:spPr/>
      <dgm:t>
        <a:bodyPr/>
        <a:lstStyle/>
        <a:p>
          <a:endParaRPr lang="en-GB"/>
        </a:p>
      </dgm:t>
    </dgm:pt>
    <dgm:pt modelId="{A9A75D62-6A7E-A74D-B1D3-A6F4A97E95B2}">
      <dgm:prSet phldrT="[Text]"/>
      <dgm:spPr/>
      <dgm:t>
        <a:bodyPr/>
        <a:lstStyle/>
        <a:p>
          <a:r>
            <a:rPr lang="en-GB" dirty="0"/>
            <a:t>Forget-set records are excluded</a:t>
          </a:r>
        </a:p>
      </dgm:t>
    </dgm:pt>
    <dgm:pt modelId="{A0560115-44F5-8F43-BD69-A7479248BA5D}" type="parTrans" cxnId="{37B01A6D-6148-FB4C-8FB4-AF5726B782E5}">
      <dgm:prSet/>
      <dgm:spPr/>
      <dgm:t>
        <a:bodyPr/>
        <a:lstStyle/>
        <a:p>
          <a:endParaRPr lang="en-GB"/>
        </a:p>
      </dgm:t>
    </dgm:pt>
    <dgm:pt modelId="{4CAD833F-939A-C94D-9D63-3D4451A36F58}" type="sibTrans" cxnId="{37B01A6D-6148-FB4C-8FB4-AF5726B782E5}">
      <dgm:prSet/>
      <dgm:spPr/>
      <dgm:t>
        <a:bodyPr/>
        <a:lstStyle/>
        <a:p>
          <a:endParaRPr lang="en-GB"/>
        </a:p>
      </dgm:t>
    </dgm:pt>
    <dgm:pt modelId="{53BCBB1D-E836-514C-B718-BFF95E24B6C7}">
      <dgm:prSet phldrT="[Text]"/>
      <dgm:spPr/>
      <dgm:t>
        <a:bodyPr/>
        <a:lstStyle/>
        <a:p>
          <a:r>
            <a:rPr lang="en-GB" dirty="0"/>
            <a:t>Forward Pass</a:t>
          </a:r>
        </a:p>
      </dgm:t>
    </dgm:pt>
    <dgm:pt modelId="{D0C5FF5B-AC85-B84F-A8C2-2CE21FA5B17A}" type="parTrans" cxnId="{E749A1AD-907A-674D-99AA-BA9A4C35A36A}">
      <dgm:prSet/>
      <dgm:spPr/>
      <dgm:t>
        <a:bodyPr/>
        <a:lstStyle/>
        <a:p>
          <a:endParaRPr lang="en-GB"/>
        </a:p>
      </dgm:t>
    </dgm:pt>
    <dgm:pt modelId="{C2FD17F5-533E-1446-B78C-31B86050B46A}" type="sibTrans" cxnId="{E749A1AD-907A-674D-99AA-BA9A4C35A36A}">
      <dgm:prSet/>
      <dgm:spPr/>
      <dgm:t>
        <a:bodyPr/>
        <a:lstStyle/>
        <a:p>
          <a:endParaRPr lang="en-GB"/>
        </a:p>
      </dgm:t>
    </dgm:pt>
    <dgm:pt modelId="{3571C53B-E922-1946-AEE3-82B38CB54741}">
      <dgm:prSet phldrT="[Text]"/>
      <dgm:spPr/>
      <dgm:t>
        <a:bodyPr/>
        <a:lstStyle/>
        <a:p>
          <a:r>
            <a:rPr lang="en-GB" dirty="0"/>
            <a:t>Model predicts acute-rejection probability</a:t>
          </a:r>
        </a:p>
      </dgm:t>
    </dgm:pt>
    <dgm:pt modelId="{C1D6E7EB-10AA-2E4E-8969-08E5A721C501}" type="parTrans" cxnId="{C5FD2080-C25C-A049-8F9E-2F8938E3AA6B}">
      <dgm:prSet/>
      <dgm:spPr/>
      <dgm:t>
        <a:bodyPr/>
        <a:lstStyle/>
        <a:p>
          <a:endParaRPr lang="en-GB"/>
        </a:p>
      </dgm:t>
    </dgm:pt>
    <dgm:pt modelId="{AF92D911-2634-454E-B5E9-D7B42168FA84}" type="sibTrans" cxnId="{C5FD2080-C25C-A049-8F9E-2F8938E3AA6B}">
      <dgm:prSet/>
      <dgm:spPr/>
      <dgm:t>
        <a:bodyPr/>
        <a:lstStyle/>
        <a:p>
          <a:endParaRPr lang="en-GB"/>
        </a:p>
      </dgm:t>
    </dgm:pt>
    <dgm:pt modelId="{AC36F206-4001-5648-BDD1-8CA87DDCC808}">
      <dgm:prSet phldrT="[Text]"/>
      <dgm:spPr/>
      <dgm:t>
        <a:bodyPr/>
        <a:lstStyle/>
        <a:p>
          <a:r>
            <a:rPr lang="en-GB" dirty="0"/>
            <a:t>Calculate BCE Loss on Retain Data</a:t>
          </a:r>
        </a:p>
      </dgm:t>
    </dgm:pt>
    <dgm:pt modelId="{1782AA75-0F22-1449-A132-A38C770D1DC3}" type="parTrans" cxnId="{01A93E08-1265-604B-A517-CD7F0BDDE196}">
      <dgm:prSet/>
      <dgm:spPr/>
      <dgm:t>
        <a:bodyPr/>
        <a:lstStyle/>
        <a:p>
          <a:endParaRPr lang="en-GB"/>
        </a:p>
      </dgm:t>
    </dgm:pt>
    <dgm:pt modelId="{1C219982-CD3C-194A-A951-670FAAF65B31}" type="sibTrans" cxnId="{01A93E08-1265-604B-A517-CD7F0BDDE196}">
      <dgm:prSet/>
      <dgm:spPr/>
      <dgm:t>
        <a:bodyPr/>
        <a:lstStyle/>
        <a:p>
          <a:endParaRPr lang="en-GB"/>
        </a:p>
      </dgm:t>
    </dgm:pt>
    <dgm:pt modelId="{EFEFEEB0-A4A4-F048-A285-2B1BB04E3E54}">
      <dgm:prSet phldrT="[Text]"/>
      <dgm:spPr/>
      <dgm:t>
        <a:bodyPr/>
        <a:lstStyle/>
        <a:p>
          <a:r>
            <a:rPr lang="en-GB" dirty="0"/>
            <a:t>Measures prediction error on retained data</a:t>
          </a:r>
        </a:p>
      </dgm:t>
    </dgm:pt>
    <dgm:pt modelId="{2EF70654-8317-1E41-8255-EDB13952C087}" type="parTrans" cxnId="{78935950-D21A-584F-86A2-1253FEE906CA}">
      <dgm:prSet/>
      <dgm:spPr/>
      <dgm:t>
        <a:bodyPr/>
        <a:lstStyle/>
        <a:p>
          <a:endParaRPr lang="en-GB"/>
        </a:p>
      </dgm:t>
    </dgm:pt>
    <dgm:pt modelId="{DC53F6DA-593D-6A48-B4C0-7A609F5E438C}" type="sibTrans" cxnId="{78935950-D21A-584F-86A2-1253FEE906CA}">
      <dgm:prSet/>
      <dgm:spPr/>
      <dgm:t>
        <a:bodyPr/>
        <a:lstStyle/>
        <a:p>
          <a:endParaRPr lang="en-GB"/>
        </a:p>
      </dgm:t>
    </dgm:pt>
    <dgm:pt modelId="{12105AF0-48A9-A240-A0DA-CA65F1430ADA}">
      <dgm:prSet phldrT="[Text]"/>
      <dgm:spPr/>
      <dgm:t>
        <a:bodyPr/>
        <a:lstStyle/>
        <a:p>
          <a:r>
            <a:rPr lang="en-GB" dirty="0"/>
            <a:t>Backpropagation</a:t>
          </a:r>
        </a:p>
      </dgm:t>
    </dgm:pt>
    <dgm:pt modelId="{F4D7BD4E-CD63-5142-A0EB-DF15296055D2}" type="parTrans" cxnId="{BB0F69FE-A023-9145-89D3-30FFA3D36639}">
      <dgm:prSet/>
      <dgm:spPr/>
      <dgm:t>
        <a:bodyPr/>
        <a:lstStyle/>
        <a:p>
          <a:endParaRPr lang="en-GB"/>
        </a:p>
      </dgm:t>
    </dgm:pt>
    <dgm:pt modelId="{9CF324B2-1EB2-DB4C-9523-F161FC84C216}" type="sibTrans" cxnId="{BB0F69FE-A023-9145-89D3-30FFA3D36639}">
      <dgm:prSet/>
      <dgm:spPr/>
      <dgm:t>
        <a:bodyPr/>
        <a:lstStyle/>
        <a:p>
          <a:endParaRPr lang="en-GB"/>
        </a:p>
      </dgm:t>
    </dgm:pt>
    <dgm:pt modelId="{39D7F085-C546-FA4E-AE04-2148ED8CD97E}">
      <dgm:prSet phldrT="[Text]"/>
      <dgm:spPr/>
      <dgm:t>
        <a:bodyPr/>
        <a:lstStyle/>
        <a:p>
          <a:r>
            <a:rPr lang="en-GB" dirty="0"/>
            <a:t>Update Existing Model Weights</a:t>
          </a:r>
        </a:p>
      </dgm:t>
    </dgm:pt>
    <dgm:pt modelId="{34616923-A92B-454F-A9C1-E35B0BFFEA95}" type="parTrans" cxnId="{DCAF3C9F-8518-6944-98CA-445256EF48B9}">
      <dgm:prSet/>
      <dgm:spPr/>
      <dgm:t>
        <a:bodyPr/>
        <a:lstStyle/>
        <a:p>
          <a:endParaRPr lang="en-GB"/>
        </a:p>
      </dgm:t>
    </dgm:pt>
    <dgm:pt modelId="{9C54F291-D0CB-6543-B9FA-75462786074C}" type="sibTrans" cxnId="{DCAF3C9F-8518-6944-98CA-445256EF48B9}">
      <dgm:prSet/>
      <dgm:spPr/>
      <dgm:t>
        <a:bodyPr/>
        <a:lstStyle/>
        <a:p>
          <a:endParaRPr lang="en-GB"/>
        </a:p>
      </dgm:t>
    </dgm:pt>
    <dgm:pt modelId="{4DC4A23F-8F95-CD49-85B9-940F147D0943}">
      <dgm:prSet phldrT="[Text]"/>
      <dgm:spPr/>
      <dgm:t>
        <a:bodyPr/>
        <a:lstStyle/>
        <a:p>
          <a:r>
            <a:rPr lang="en-GB" dirty="0"/>
            <a:t>Continue training rather than starting from scratch</a:t>
          </a:r>
        </a:p>
      </dgm:t>
    </dgm:pt>
    <dgm:pt modelId="{D4537AA8-2F92-9F4D-BB89-6A078E889F7B}" type="parTrans" cxnId="{777014E0-4A47-E54E-B3E0-E60A5A73B609}">
      <dgm:prSet/>
      <dgm:spPr/>
      <dgm:t>
        <a:bodyPr/>
        <a:lstStyle/>
        <a:p>
          <a:endParaRPr lang="en-GB"/>
        </a:p>
      </dgm:t>
    </dgm:pt>
    <dgm:pt modelId="{A7D8B737-D111-2546-A5F1-4E74444BDFC4}" type="sibTrans" cxnId="{777014E0-4A47-E54E-B3E0-E60A5A73B609}">
      <dgm:prSet/>
      <dgm:spPr/>
      <dgm:t>
        <a:bodyPr/>
        <a:lstStyle/>
        <a:p>
          <a:endParaRPr lang="en-GB"/>
        </a:p>
      </dgm:t>
    </dgm:pt>
    <dgm:pt modelId="{614B7B40-E20D-2442-B473-BF7A577147F8}">
      <dgm:prSet phldrT="[Text]"/>
      <dgm:spPr/>
      <dgm:t>
        <a:bodyPr/>
        <a:lstStyle/>
        <a:p>
          <a:r>
            <a:rPr lang="en-GB" dirty="0"/>
            <a:t>Fine-Tuned Model</a:t>
          </a:r>
        </a:p>
      </dgm:t>
    </dgm:pt>
    <dgm:pt modelId="{94360350-F770-B141-9CB0-64ED387C66AB}" type="parTrans" cxnId="{7B779FDA-995F-E147-8032-11663AC558C9}">
      <dgm:prSet/>
      <dgm:spPr/>
      <dgm:t>
        <a:bodyPr/>
        <a:lstStyle/>
        <a:p>
          <a:endParaRPr lang="en-GB"/>
        </a:p>
      </dgm:t>
    </dgm:pt>
    <dgm:pt modelId="{DABEE69F-B3C5-CF44-A7F2-02EE30B6A8B3}" type="sibTrans" cxnId="{7B779FDA-995F-E147-8032-11663AC558C9}">
      <dgm:prSet/>
      <dgm:spPr/>
      <dgm:t>
        <a:bodyPr/>
        <a:lstStyle/>
        <a:p>
          <a:endParaRPr lang="en-GB"/>
        </a:p>
      </dgm:t>
    </dgm:pt>
    <dgm:pt modelId="{D24C3686-D02F-6545-A87F-A28B9936E1BB}" type="pres">
      <dgm:prSet presAssocID="{AD3B2F43-C040-C34E-8519-330FCB5535B4}" presName="linearFlow" presStyleCnt="0">
        <dgm:presLayoutVars>
          <dgm:resizeHandles val="exact"/>
        </dgm:presLayoutVars>
      </dgm:prSet>
      <dgm:spPr/>
    </dgm:pt>
    <dgm:pt modelId="{8E10704D-BD29-1844-9187-4A264758386F}" type="pres">
      <dgm:prSet presAssocID="{6CB316C9-68BB-1B48-85B2-7CE97651ACFA}" presName="node" presStyleLbl="node1" presStyleIdx="0" presStyleCnt="8">
        <dgm:presLayoutVars>
          <dgm:bulletEnabled val="1"/>
        </dgm:presLayoutVars>
      </dgm:prSet>
      <dgm:spPr/>
    </dgm:pt>
    <dgm:pt modelId="{DF66C4E6-9187-C346-BB65-F94CF9AFC47C}" type="pres">
      <dgm:prSet presAssocID="{6B9668FB-D633-B145-9914-8174E190BD13}" presName="sibTrans" presStyleLbl="sibTrans2D1" presStyleIdx="0" presStyleCnt="7"/>
      <dgm:spPr/>
    </dgm:pt>
    <dgm:pt modelId="{F7E1308D-6E93-2C4A-B1C9-1BF49611CE1C}" type="pres">
      <dgm:prSet presAssocID="{6B9668FB-D633-B145-9914-8174E190BD13}" presName="connectorText" presStyleLbl="sibTrans2D1" presStyleIdx="0" presStyleCnt="7"/>
      <dgm:spPr/>
    </dgm:pt>
    <dgm:pt modelId="{9EFC4953-0E45-184E-AFB7-4C0D20287E34}" type="pres">
      <dgm:prSet presAssocID="{B2EA3162-D37A-E744-A829-4AA4D39168E1}" presName="node" presStyleLbl="node1" presStyleIdx="1" presStyleCnt="8">
        <dgm:presLayoutVars>
          <dgm:bulletEnabled val="1"/>
        </dgm:presLayoutVars>
      </dgm:prSet>
      <dgm:spPr/>
    </dgm:pt>
    <dgm:pt modelId="{238FA705-DAEA-494F-BCB4-879DCDC03C06}" type="pres">
      <dgm:prSet presAssocID="{F53F43F0-2CC4-AD4F-87FB-4E1375D8F985}" presName="sibTrans" presStyleLbl="sibTrans2D1" presStyleIdx="1" presStyleCnt="7"/>
      <dgm:spPr/>
    </dgm:pt>
    <dgm:pt modelId="{2805CEE8-FE67-7446-9A53-0C49C437161E}" type="pres">
      <dgm:prSet presAssocID="{F53F43F0-2CC4-AD4F-87FB-4E1375D8F985}" presName="connectorText" presStyleLbl="sibTrans2D1" presStyleIdx="1" presStyleCnt="7"/>
      <dgm:spPr/>
    </dgm:pt>
    <dgm:pt modelId="{32192C23-92D1-9544-B56E-29346257A4EF}" type="pres">
      <dgm:prSet presAssocID="{3AF5311E-95E8-8348-BCBB-F9E89C86BA06}" presName="node" presStyleLbl="node1" presStyleIdx="2" presStyleCnt="8">
        <dgm:presLayoutVars>
          <dgm:bulletEnabled val="1"/>
        </dgm:presLayoutVars>
      </dgm:prSet>
      <dgm:spPr/>
    </dgm:pt>
    <dgm:pt modelId="{682B2EE5-0726-154E-9AD3-3DA43FB7B5C2}" type="pres">
      <dgm:prSet presAssocID="{FDFD1514-9613-324C-964F-008259C49B31}" presName="sibTrans" presStyleLbl="sibTrans2D1" presStyleIdx="2" presStyleCnt="7"/>
      <dgm:spPr/>
    </dgm:pt>
    <dgm:pt modelId="{C6A4D316-42EA-5F43-84F6-A90C5F526D79}" type="pres">
      <dgm:prSet presAssocID="{FDFD1514-9613-324C-964F-008259C49B31}" presName="connectorText" presStyleLbl="sibTrans2D1" presStyleIdx="2" presStyleCnt="7"/>
      <dgm:spPr/>
    </dgm:pt>
    <dgm:pt modelId="{D91C9FCF-D134-6947-89C0-D029CAD1604E}" type="pres">
      <dgm:prSet presAssocID="{53BCBB1D-E836-514C-B718-BFF95E24B6C7}" presName="node" presStyleLbl="node1" presStyleIdx="3" presStyleCnt="8">
        <dgm:presLayoutVars>
          <dgm:bulletEnabled val="1"/>
        </dgm:presLayoutVars>
      </dgm:prSet>
      <dgm:spPr/>
    </dgm:pt>
    <dgm:pt modelId="{292A5943-DBE0-B940-86CC-6970674EA94C}" type="pres">
      <dgm:prSet presAssocID="{C2FD17F5-533E-1446-B78C-31B86050B46A}" presName="sibTrans" presStyleLbl="sibTrans2D1" presStyleIdx="3" presStyleCnt="7"/>
      <dgm:spPr/>
    </dgm:pt>
    <dgm:pt modelId="{AB4B8D8A-C4BA-CE42-AA57-E30061651D07}" type="pres">
      <dgm:prSet presAssocID="{C2FD17F5-533E-1446-B78C-31B86050B46A}" presName="connectorText" presStyleLbl="sibTrans2D1" presStyleIdx="3" presStyleCnt="7"/>
      <dgm:spPr/>
    </dgm:pt>
    <dgm:pt modelId="{134673F3-D335-B445-B6C8-38C4EEFC90D1}" type="pres">
      <dgm:prSet presAssocID="{AC36F206-4001-5648-BDD1-8CA87DDCC808}" presName="node" presStyleLbl="node1" presStyleIdx="4" presStyleCnt="8">
        <dgm:presLayoutVars>
          <dgm:bulletEnabled val="1"/>
        </dgm:presLayoutVars>
      </dgm:prSet>
      <dgm:spPr/>
    </dgm:pt>
    <dgm:pt modelId="{6546948D-D692-5448-B2FB-D2665954F4CE}" type="pres">
      <dgm:prSet presAssocID="{1C219982-CD3C-194A-A951-670FAAF65B31}" presName="sibTrans" presStyleLbl="sibTrans2D1" presStyleIdx="4" presStyleCnt="7"/>
      <dgm:spPr/>
    </dgm:pt>
    <dgm:pt modelId="{8158E85F-E08A-E244-8315-F74F2939C98E}" type="pres">
      <dgm:prSet presAssocID="{1C219982-CD3C-194A-A951-670FAAF65B31}" presName="connectorText" presStyleLbl="sibTrans2D1" presStyleIdx="4" presStyleCnt="7"/>
      <dgm:spPr/>
    </dgm:pt>
    <dgm:pt modelId="{E246F06C-E801-374A-B344-7508F7CBDC5E}" type="pres">
      <dgm:prSet presAssocID="{12105AF0-48A9-A240-A0DA-CA65F1430ADA}" presName="node" presStyleLbl="node1" presStyleIdx="5" presStyleCnt="8">
        <dgm:presLayoutVars>
          <dgm:bulletEnabled val="1"/>
        </dgm:presLayoutVars>
      </dgm:prSet>
      <dgm:spPr/>
    </dgm:pt>
    <dgm:pt modelId="{069F8117-97E5-FB4C-A2E5-FA803FA3E14E}" type="pres">
      <dgm:prSet presAssocID="{9CF324B2-1EB2-DB4C-9523-F161FC84C216}" presName="sibTrans" presStyleLbl="sibTrans2D1" presStyleIdx="5" presStyleCnt="7"/>
      <dgm:spPr/>
    </dgm:pt>
    <dgm:pt modelId="{8CC194F3-B1BE-FC44-A924-84075911D2E1}" type="pres">
      <dgm:prSet presAssocID="{9CF324B2-1EB2-DB4C-9523-F161FC84C216}" presName="connectorText" presStyleLbl="sibTrans2D1" presStyleIdx="5" presStyleCnt="7"/>
      <dgm:spPr/>
    </dgm:pt>
    <dgm:pt modelId="{310B0D8B-0F03-A44C-AF16-B40813C93AC6}" type="pres">
      <dgm:prSet presAssocID="{39D7F085-C546-FA4E-AE04-2148ED8CD97E}" presName="node" presStyleLbl="node1" presStyleIdx="6" presStyleCnt="8">
        <dgm:presLayoutVars>
          <dgm:bulletEnabled val="1"/>
        </dgm:presLayoutVars>
      </dgm:prSet>
      <dgm:spPr/>
    </dgm:pt>
    <dgm:pt modelId="{71486F0B-E993-1C4B-BD99-BB282ACDDAD9}" type="pres">
      <dgm:prSet presAssocID="{9C54F291-D0CB-6543-B9FA-75462786074C}" presName="sibTrans" presStyleLbl="sibTrans2D1" presStyleIdx="6" presStyleCnt="7"/>
      <dgm:spPr/>
    </dgm:pt>
    <dgm:pt modelId="{87F0531F-9E07-D540-97EB-06830208B271}" type="pres">
      <dgm:prSet presAssocID="{9C54F291-D0CB-6543-B9FA-75462786074C}" presName="connectorText" presStyleLbl="sibTrans2D1" presStyleIdx="6" presStyleCnt="7"/>
      <dgm:spPr/>
    </dgm:pt>
    <dgm:pt modelId="{509C97E8-6B9E-E342-AB72-F3198E200311}" type="pres">
      <dgm:prSet presAssocID="{614B7B40-E20D-2442-B473-BF7A577147F8}" presName="node" presStyleLbl="node1" presStyleIdx="7" presStyleCnt="8">
        <dgm:presLayoutVars>
          <dgm:bulletEnabled val="1"/>
        </dgm:presLayoutVars>
      </dgm:prSet>
      <dgm:spPr/>
    </dgm:pt>
  </dgm:ptLst>
  <dgm:cxnLst>
    <dgm:cxn modelId="{01A93E08-1265-604B-A517-CD7F0BDDE196}" srcId="{AD3B2F43-C040-C34E-8519-330FCB5535B4}" destId="{AC36F206-4001-5648-BDD1-8CA87DDCC808}" srcOrd="4" destOrd="0" parTransId="{1782AA75-0F22-1449-A132-A38C770D1DC3}" sibTransId="{1C219982-CD3C-194A-A951-670FAAF65B31}"/>
    <dgm:cxn modelId="{7349360A-32FA-7F42-86D3-3DB9289D4271}" type="presOf" srcId="{3571C53B-E922-1946-AEE3-82B38CB54741}" destId="{D91C9FCF-D134-6947-89C0-D029CAD1604E}" srcOrd="0" destOrd="1" presId="urn:microsoft.com/office/officeart/2005/8/layout/process2"/>
    <dgm:cxn modelId="{2BBE911B-7DF6-6A40-A2C6-CC402C13132C}" type="presOf" srcId="{9CF324B2-1EB2-DB4C-9523-F161FC84C216}" destId="{069F8117-97E5-FB4C-A2E5-FA803FA3E14E}" srcOrd="0" destOrd="0" presId="urn:microsoft.com/office/officeart/2005/8/layout/process2"/>
    <dgm:cxn modelId="{A4D6E929-D7CF-D44B-8FDB-4F9A8277FA3A}" type="presOf" srcId="{C2FD17F5-533E-1446-B78C-31B86050B46A}" destId="{AB4B8D8A-C4BA-CE42-AA57-E30061651D07}" srcOrd="1" destOrd="0" presId="urn:microsoft.com/office/officeart/2005/8/layout/process2"/>
    <dgm:cxn modelId="{A40AD92E-A6A4-1A43-949F-84054427F125}" type="presOf" srcId="{9CF324B2-1EB2-DB4C-9523-F161FC84C216}" destId="{8CC194F3-B1BE-FC44-A924-84075911D2E1}" srcOrd="1" destOrd="0" presId="urn:microsoft.com/office/officeart/2005/8/layout/process2"/>
    <dgm:cxn modelId="{47605D3C-242D-A544-8E3C-BCF94F2FCEE0}" srcId="{AD3B2F43-C040-C34E-8519-330FCB5535B4}" destId="{B2EA3162-D37A-E744-A829-4AA4D39168E1}" srcOrd="1" destOrd="0" parTransId="{74E7DBC9-9C7B-1F4A-87F0-011ACC1CDD5D}" sibTransId="{F53F43F0-2CC4-AD4F-87FB-4E1375D8F985}"/>
    <dgm:cxn modelId="{7FFBE248-F137-774D-BD5C-FF86F8C696FE}" type="presOf" srcId="{9C54F291-D0CB-6543-B9FA-75462786074C}" destId="{71486F0B-E993-1C4B-BD99-BB282ACDDAD9}" srcOrd="0" destOrd="0" presId="urn:microsoft.com/office/officeart/2005/8/layout/process2"/>
    <dgm:cxn modelId="{90CB814B-D32A-8E4B-B94A-821EBF7B433C}" type="presOf" srcId="{B1973483-F63E-A546-8B71-D53D970840EE}" destId="{8E10704D-BD29-1844-9187-4A264758386F}" srcOrd="0" destOrd="1" presId="urn:microsoft.com/office/officeart/2005/8/layout/process2"/>
    <dgm:cxn modelId="{78935950-D21A-584F-86A2-1253FEE906CA}" srcId="{AC36F206-4001-5648-BDD1-8CA87DDCC808}" destId="{EFEFEEB0-A4A4-F048-A285-2B1BB04E3E54}" srcOrd="0" destOrd="0" parTransId="{2EF70654-8317-1E41-8255-EDB13952C087}" sibTransId="{DC53F6DA-593D-6A48-B4C0-7A609F5E438C}"/>
    <dgm:cxn modelId="{F1A66F5A-B792-264A-99BD-076E690334A7}" type="presOf" srcId="{A9A75D62-6A7E-A74D-B1D3-A6F4A97E95B2}" destId="{32192C23-92D1-9544-B56E-29346257A4EF}" srcOrd="0" destOrd="1" presId="urn:microsoft.com/office/officeart/2005/8/layout/process2"/>
    <dgm:cxn modelId="{3CE47D64-845B-D44D-A822-F77740BB393B}" type="presOf" srcId="{12105AF0-48A9-A240-A0DA-CA65F1430ADA}" destId="{E246F06C-E801-374A-B344-7508F7CBDC5E}" srcOrd="0" destOrd="0" presId="urn:microsoft.com/office/officeart/2005/8/layout/process2"/>
    <dgm:cxn modelId="{23607365-13ED-3A4B-9BD3-EEC0FAC19BC7}" type="presOf" srcId="{B2EA3162-D37A-E744-A829-4AA4D39168E1}" destId="{9EFC4953-0E45-184E-AFB7-4C0D20287E34}" srcOrd="0" destOrd="0" presId="urn:microsoft.com/office/officeart/2005/8/layout/process2"/>
    <dgm:cxn modelId="{8538286B-EA3F-834A-A9B8-2508D2F6F312}" type="presOf" srcId="{3AF5311E-95E8-8348-BCBB-F9E89C86BA06}" destId="{32192C23-92D1-9544-B56E-29346257A4EF}" srcOrd="0" destOrd="0" presId="urn:microsoft.com/office/officeart/2005/8/layout/process2"/>
    <dgm:cxn modelId="{37B01A6D-6148-FB4C-8FB4-AF5726B782E5}" srcId="{3AF5311E-95E8-8348-BCBB-F9E89C86BA06}" destId="{A9A75D62-6A7E-A74D-B1D3-A6F4A97E95B2}" srcOrd="0" destOrd="0" parTransId="{A0560115-44F5-8F43-BD69-A7479248BA5D}" sibTransId="{4CAD833F-939A-C94D-9D63-3D4451A36F58}"/>
    <dgm:cxn modelId="{F4A0B66F-A11D-D944-8161-E3A15E49CDD0}" type="presOf" srcId="{6B9668FB-D633-B145-9914-8174E190BD13}" destId="{DF66C4E6-9187-C346-BB65-F94CF9AFC47C}" srcOrd="0" destOrd="0" presId="urn:microsoft.com/office/officeart/2005/8/layout/process2"/>
    <dgm:cxn modelId="{64DF2173-D92E-514D-8762-8E8960623084}" type="presOf" srcId="{4DC4A23F-8F95-CD49-85B9-940F147D0943}" destId="{310B0D8B-0F03-A44C-AF16-B40813C93AC6}" srcOrd="0" destOrd="1" presId="urn:microsoft.com/office/officeart/2005/8/layout/process2"/>
    <dgm:cxn modelId="{42543C73-0B3F-024C-8385-53C510F132B7}" type="presOf" srcId="{F53F43F0-2CC4-AD4F-87FB-4E1375D8F985}" destId="{2805CEE8-FE67-7446-9A53-0C49C437161E}" srcOrd="1" destOrd="0" presId="urn:microsoft.com/office/officeart/2005/8/layout/process2"/>
    <dgm:cxn modelId="{927CA073-A956-E04E-B197-88F515BF1B26}" type="presOf" srcId="{1C219982-CD3C-194A-A951-670FAAF65B31}" destId="{8158E85F-E08A-E244-8315-F74F2939C98E}" srcOrd="1" destOrd="0" presId="urn:microsoft.com/office/officeart/2005/8/layout/process2"/>
    <dgm:cxn modelId="{C5FD2080-C25C-A049-8F9E-2F8938E3AA6B}" srcId="{53BCBB1D-E836-514C-B718-BFF95E24B6C7}" destId="{3571C53B-E922-1946-AEE3-82B38CB54741}" srcOrd="0" destOrd="0" parTransId="{C1D6E7EB-10AA-2E4E-8969-08E5A721C501}" sibTransId="{AF92D911-2634-454E-B5E9-D7B42168FA84}"/>
    <dgm:cxn modelId="{2B8C3986-4B50-5A44-8D57-766C22BEB3D1}" type="presOf" srcId="{FDFD1514-9613-324C-964F-008259C49B31}" destId="{C6A4D316-42EA-5F43-84F6-A90C5F526D79}" srcOrd="1" destOrd="0" presId="urn:microsoft.com/office/officeart/2005/8/layout/process2"/>
    <dgm:cxn modelId="{BE30488D-61D6-7442-AA7F-E243EEFC9F78}" type="presOf" srcId="{9C54F291-D0CB-6543-B9FA-75462786074C}" destId="{87F0531F-9E07-D540-97EB-06830208B271}" srcOrd="1" destOrd="0" presId="urn:microsoft.com/office/officeart/2005/8/layout/process2"/>
    <dgm:cxn modelId="{1D2A2296-A326-E84D-9F18-50735872EF1C}" type="presOf" srcId="{AC36F206-4001-5648-BDD1-8CA87DDCC808}" destId="{134673F3-D335-B445-B6C8-38C4EEFC90D1}" srcOrd="0" destOrd="0" presId="urn:microsoft.com/office/officeart/2005/8/layout/process2"/>
    <dgm:cxn modelId="{617E0197-5FD3-884F-ADD2-D95AB046A7C8}" srcId="{AD3B2F43-C040-C34E-8519-330FCB5535B4}" destId="{3AF5311E-95E8-8348-BCBB-F9E89C86BA06}" srcOrd="2" destOrd="0" parTransId="{DA090B4A-9459-0340-8DE6-D5F07190142F}" sibTransId="{FDFD1514-9613-324C-964F-008259C49B31}"/>
    <dgm:cxn modelId="{DCAF3C9F-8518-6944-98CA-445256EF48B9}" srcId="{AD3B2F43-C040-C34E-8519-330FCB5535B4}" destId="{39D7F085-C546-FA4E-AE04-2148ED8CD97E}" srcOrd="6" destOrd="0" parTransId="{34616923-A92B-454F-A9C1-E35B0BFFEA95}" sibTransId="{9C54F291-D0CB-6543-B9FA-75462786074C}"/>
    <dgm:cxn modelId="{366E93A8-2A9A-E547-831C-58F61030E7FE}" type="presOf" srcId="{6CB316C9-68BB-1B48-85B2-7CE97651ACFA}" destId="{8E10704D-BD29-1844-9187-4A264758386F}" srcOrd="0" destOrd="0" presId="urn:microsoft.com/office/officeart/2005/8/layout/process2"/>
    <dgm:cxn modelId="{CD231DAB-CC1F-C348-AEF1-B8E5A769E999}" type="presOf" srcId="{AD3B2F43-C040-C34E-8519-330FCB5535B4}" destId="{D24C3686-D02F-6545-A87F-A28B9936E1BB}" srcOrd="0" destOrd="0" presId="urn:microsoft.com/office/officeart/2005/8/layout/process2"/>
    <dgm:cxn modelId="{E749A1AD-907A-674D-99AA-BA9A4C35A36A}" srcId="{AD3B2F43-C040-C34E-8519-330FCB5535B4}" destId="{53BCBB1D-E836-514C-B718-BFF95E24B6C7}" srcOrd="3" destOrd="0" parTransId="{D0C5FF5B-AC85-B84F-A8C2-2CE21FA5B17A}" sibTransId="{C2FD17F5-533E-1446-B78C-31B86050B46A}"/>
    <dgm:cxn modelId="{9D5132B3-227F-A344-828C-F4868CD4E392}" type="presOf" srcId="{6B9668FB-D633-B145-9914-8174E190BD13}" destId="{F7E1308D-6E93-2C4A-B1C9-1BF49611CE1C}" srcOrd="1" destOrd="0" presId="urn:microsoft.com/office/officeart/2005/8/layout/process2"/>
    <dgm:cxn modelId="{9E04AFB5-E452-664D-932D-2D6F0DA396A8}" type="presOf" srcId="{614B7B40-E20D-2442-B473-BF7A577147F8}" destId="{509C97E8-6B9E-E342-AB72-F3198E200311}" srcOrd="0" destOrd="0" presId="urn:microsoft.com/office/officeart/2005/8/layout/process2"/>
    <dgm:cxn modelId="{77E702BA-3D8F-FE44-A34B-3BA19F46BB03}" type="presOf" srcId="{39D7F085-C546-FA4E-AE04-2148ED8CD97E}" destId="{310B0D8B-0F03-A44C-AF16-B40813C93AC6}" srcOrd="0" destOrd="0" presId="urn:microsoft.com/office/officeart/2005/8/layout/process2"/>
    <dgm:cxn modelId="{3AA564BC-52FE-FE4C-B369-451F418C6E77}" type="presOf" srcId="{C2FD17F5-533E-1446-B78C-31B86050B46A}" destId="{292A5943-DBE0-B940-86CC-6970674EA94C}" srcOrd="0" destOrd="0" presId="urn:microsoft.com/office/officeart/2005/8/layout/process2"/>
    <dgm:cxn modelId="{0A9220C1-2A8E-1942-8830-04EB80CA3746}" type="presOf" srcId="{F53F43F0-2CC4-AD4F-87FB-4E1375D8F985}" destId="{238FA705-DAEA-494F-BCB4-879DCDC03C06}" srcOrd="0" destOrd="0" presId="urn:microsoft.com/office/officeart/2005/8/layout/process2"/>
    <dgm:cxn modelId="{264EC7C6-A699-9F4A-B681-00D8CCF5BC2C}" srcId="{AD3B2F43-C040-C34E-8519-330FCB5535B4}" destId="{6CB316C9-68BB-1B48-85B2-7CE97651ACFA}" srcOrd="0" destOrd="0" parTransId="{CF680F79-8CCB-014E-BCF7-91B1FC8E4F97}" sibTransId="{6B9668FB-D633-B145-9914-8174E190BD13}"/>
    <dgm:cxn modelId="{1E4F3CD6-F08E-E84D-9B45-89994E8624EA}" type="presOf" srcId="{1C219982-CD3C-194A-A951-670FAAF65B31}" destId="{6546948D-D692-5448-B2FB-D2665954F4CE}" srcOrd="0" destOrd="0" presId="urn:microsoft.com/office/officeart/2005/8/layout/process2"/>
    <dgm:cxn modelId="{7B779FDA-995F-E147-8032-11663AC558C9}" srcId="{AD3B2F43-C040-C34E-8519-330FCB5535B4}" destId="{614B7B40-E20D-2442-B473-BF7A577147F8}" srcOrd="7" destOrd="0" parTransId="{94360350-F770-B141-9CB0-64ED387C66AB}" sibTransId="{DABEE69F-B3C5-CF44-A7F2-02EE30B6A8B3}"/>
    <dgm:cxn modelId="{25A23CDF-D162-004C-AD64-3455F8E64D38}" type="presOf" srcId="{FDFD1514-9613-324C-964F-008259C49B31}" destId="{682B2EE5-0726-154E-9AD3-3DA43FB7B5C2}" srcOrd="0" destOrd="0" presId="urn:microsoft.com/office/officeart/2005/8/layout/process2"/>
    <dgm:cxn modelId="{777014E0-4A47-E54E-B3E0-E60A5A73B609}" srcId="{39D7F085-C546-FA4E-AE04-2148ED8CD97E}" destId="{4DC4A23F-8F95-CD49-85B9-940F147D0943}" srcOrd="0" destOrd="0" parTransId="{D4537AA8-2F92-9F4D-BB89-6A078E889F7B}" sibTransId="{A7D8B737-D111-2546-A5F1-4E74444BDFC4}"/>
    <dgm:cxn modelId="{AD2D13E6-CEA9-0B47-9B15-CA40B226E1AF}" type="presOf" srcId="{EFEFEEB0-A4A4-F048-A285-2B1BB04E3E54}" destId="{134673F3-D335-B445-B6C8-38C4EEFC90D1}" srcOrd="0" destOrd="1" presId="urn:microsoft.com/office/officeart/2005/8/layout/process2"/>
    <dgm:cxn modelId="{490136F2-3FFC-5D48-B916-ED63B28BAFB7}" srcId="{6CB316C9-68BB-1B48-85B2-7CE97651ACFA}" destId="{B1973483-F63E-A546-8B71-D53D970840EE}" srcOrd="0" destOrd="0" parTransId="{0A489B92-8828-9944-AAD4-B485D31B8533}" sibTransId="{C0E53A0F-8E12-704A-B20D-103052B02D84}"/>
    <dgm:cxn modelId="{D9655DF2-E276-9945-BB5B-D3BE31CF02CC}" type="presOf" srcId="{53BCBB1D-E836-514C-B718-BFF95E24B6C7}" destId="{D91C9FCF-D134-6947-89C0-D029CAD1604E}" srcOrd="0" destOrd="0" presId="urn:microsoft.com/office/officeart/2005/8/layout/process2"/>
    <dgm:cxn modelId="{BB0F69FE-A023-9145-89D3-30FFA3D36639}" srcId="{AD3B2F43-C040-C34E-8519-330FCB5535B4}" destId="{12105AF0-48A9-A240-A0DA-CA65F1430ADA}" srcOrd="5" destOrd="0" parTransId="{F4D7BD4E-CD63-5142-A0EB-DF15296055D2}" sibTransId="{9CF324B2-1EB2-DB4C-9523-F161FC84C216}"/>
    <dgm:cxn modelId="{F4D1CF27-B1AA-4F42-A063-5BBE3C6DB01F}" type="presParOf" srcId="{D24C3686-D02F-6545-A87F-A28B9936E1BB}" destId="{8E10704D-BD29-1844-9187-4A264758386F}" srcOrd="0" destOrd="0" presId="urn:microsoft.com/office/officeart/2005/8/layout/process2"/>
    <dgm:cxn modelId="{CCE92A69-BCE2-EE4D-92AA-ACA2A41CBDE1}" type="presParOf" srcId="{D24C3686-D02F-6545-A87F-A28B9936E1BB}" destId="{DF66C4E6-9187-C346-BB65-F94CF9AFC47C}" srcOrd="1" destOrd="0" presId="urn:microsoft.com/office/officeart/2005/8/layout/process2"/>
    <dgm:cxn modelId="{6F5BED45-CBCA-3849-BC1A-FCC8835D8760}" type="presParOf" srcId="{DF66C4E6-9187-C346-BB65-F94CF9AFC47C}" destId="{F7E1308D-6E93-2C4A-B1C9-1BF49611CE1C}" srcOrd="0" destOrd="0" presId="urn:microsoft.com/office/officeart/2005/8/layout/process2"/>
    <dgm:cxn modelId="{ADFF9AE4-10E0-2A42-AFA2-1972D6BF832A}" type="presParOf" srcId="{D24C3686-D02F-6545-A87F-A28B9936E1BB}" destId="{9EFC4953-0E45-184E-AFB7-4C0D20287E34}" srcOrd="2" destOrd="0" presId="urn:microsoft.com/office/officeart/2005/8/layout/process2"/>
    <dgm:cxn modelId="{8F5F357F-6809-CE40-B1B5-A1323524BD35}" type="presParOf" srcId="{D24C3686-D02F-6545-A87F-A28B9936E1BB}" destId="{238FA705-DAEA-494F-BCB4-879DCDC03C06}" srcOrd="3" destOrd="0" presId="urn:microsoft.com/office/officeart/2005/8/layout/process2"/>
    <dgm:cxn modelId="{356EAD56-219D-0442-9483-6DD937FEDCFD}" type="presParOf" srcId="{238FA705-DAEA-494F-BCB4-879DCDC03C06}" destId="{2805CEE8-FE67-7446-9A53-0C49C437161E}" srcOrd="0" destOrd="0" presId="urn:microsoft.com/office/officeart/2005/8/layout/process2"/>
    <dgm:cxn modelId="{C1F03C39-33AA-324E-BE5D-5563030BE8D9}" type="presParOf" srcId="{D24C3686-D02F-6545-A87F-A28B9936E1BB}" destId="{32192C23-92D1-9544-B56E-29346257A4EF}" srcOrd="4" destOrd="0" presId="urn:microsoft.com/office/officeart/2005/8/layout/process2"/>
    <dgm:cxn modelId="{1C5E2382-D4DE-D848-8F12-B455FE39F2B6}" type="presParOf" srcId="{D24C3686-D02F-6545-A87F-A28B9936E1BB}" destId="{682B2EE5-0726-154E-9AD3-3DA43FB7B5C2}" srcOrd="5" destOrd="0" presId="urn:microsoft.com/office/officeart/2005/8/layout/process2"/>
    <dgm:cxn modelId="{BE1B387C-37D1-3643-9503-67700928E0CA}" type="presParOf" srcId="{682B2EE5-0726-154E-9AD3-3DA43FB7B5C2}" destId="{C6A4D316-42EA-5F43-84F6-A90C5F526D79}" srcOrd="0" destOrd="0" presId="urn:microsoft.com/office/officeart/2005/8/layout/process2"/>
    <dgm:cxn modelId="{1FA2885D-F96A-DB4A-989A-4134F8DAB92B}" type="presParOf" srcId="{D24C3686-D02F-6545-A87F-A28B9936E1BB}" destId="{D91C9FCF-D134-6947-89C0-D029CAD1604E}" srcOrd="6" destOrd="0" presId="urn:microsoft.com/office/officeart/2005/8/layout/process2"/>
    <dgm:cxn modelId="{B2B819BD-D33F-7144-8185-E6383F9189BE}" type="presParOf" srcId="{D24C3686-D02F-6545-A87F-A28B9936E1BB}" destId="{292A5943-DBE0-B940-86CC-6970674EA94C}" srcOrd="7" destOrd="0" presId="urn:microsoft.com/office/officeart/2005/8/layout/process2"/>
    <dgm:cxn modelId="{BF9C3629-0F4A-2442-842C-A7A121845093}" type="presParOf" srcId="{292A5943-DBE0-B940-86CC-6970674EA94C}" destId="{AB4B8D8A-C4BA-CE42-AA57-E30061651D07}" srcOrd="0" destOrd="0" presId="urn:microsoft.com/office/officeart/2005/8/layout/process2"/>
    <dgm:cxn modelId="{F352B336-9EC9-1842-8B06-42555E6D7E4F}" type="presParOf" srcId="{D24C3686-D02F-6545-A87F-A28B9936E1BB}" destId="{134673F3-D335-B445-B6C8-38C4EEFC90D1}" srcOrd="8" destOrd="0" presId="urn:microsoft.com/office/officeart/2005/8/layout/process2"/>
    <dgm:cxn modelId="{9D0B2CBA-67E1-404D-BF89-49C66DD916A0}" type="presParOf" srcId="{D24C3686-D02F-6545-A87F-A28B9936E1BB}" destId="{6546948D-D692-5448-B2FB-D2665954F4CE}" srcOrd="9" destOrd="0" presId="urn:microsoft.com/office/officeart/2005/8/layout/process2"/>
    <dgm:cxn modelId="{5DFDDF1D-569C-9F41-A074-861323BB7397}" type="presParOf" srcId="{6546948D-D692-5448-B2FB-D2665954F4CE}" destId="{8158E85F-E08A-E244-8315-F74F2939C98E}" srcOrd="0" destOrd="0" presId="urn:microsoft.com/office/officeart/2005/8/layout/process2"/>
    <dgm:cxn modelId="{1871E912-3F45-4341-8E81-FEAC64DE9FC8}" type="presParOf" srcId="{D24C3686-D02F-6545-A87F-A28B9936E1BB}" destId="{E246F06C-E801-374A-B344-7508F7CBDC5E}" srcOrd="10" destOrd="0" presId="urn:microsoft.com/office/officeart/2005/8/layout/process2"/>
    <dgm:cxn modelId="{985F556F-CB24-F940-887B-B426BCD5928B}" type="presParOf" srcId="{D24C3686-D02F-6545-A87F-A28B9936E1BB}" destId="{069F8117-97E5-FB4C-A2E5-FA803FA3E14E}" srcOrd="11" destOrd="0" presId="urn:microsoft.com/office/officeart/2005/8/layout/process2"/>
    <dgm:cxn modelId="{A5DEF3B1-A8FC-144F-8545-20DD3EC8D962}" type="presParOf" srcId="{069F8117-97E5-FB4C-A2E5-FA803FA3E14E}" destId="{8CC194F3-B1BE-FC44-A924-84075911D2E1}" srcOrd="0" destOrd="0" presId="urn:microsoft.com/office/officeart/2005/8/layout/process2"/>
    <dgm:cxn modelId="{B152ADFB-F2A3-7D4A-9DA9-7142C889AF6F}" type="presParOf" srcId="{D24C3686-D02F-6545-A87F-A28B9936E1BB}" destId="{310B0D8B-0F03-A44C-AF16-B40813C93AC6}" srcOrd="12" destOrd="0" presId="urn:microsoft.com/office/officeart/2005/8/layout/process2"/>
    <dgm:cxn modelId="{403DC43E-3F0D-F742-9FB0-1589211DEC46}" type="presParOf" srcId="{D24C3686-D02F-6545-A87F-A28B9936E1BB}" destId="{71486F0B-E993-1C4B-BD99-BB282ACDDAD9}" srcOrd="13" destOrd="0" presId="urn:microsoft.com/office/officeart/2005/8/layout/process2"/>
    <dgm:cxn modelId="{7FE967A7-1BFB-DF43-AF81-1ABB03D0E9E4}" type="presParOf" srcId="{71486F0B-E993-1C4B-BD99-BB282ACDDAD9}" destId="{87F0531F-9E07-D540-97EB-06830208B271}" srcOrd="0" destOrd="0" presId="urn:microsoft.com/office/officeart/2005/8/layout/process2"/>
    <dgm:cxn modelId="{C39BC8F3-2FBB-B14A-872C-D65D7A742625}" type="presParOf" srcId="{D24C3686-D02F-6545-A87F-A28B9936E1BB}" destId="{509C97E8-6B9E-E342-AB72-F3198E200311}" srcOrd="1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D3B2F43-C040-C34E-8519-330FCB5535B4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6CB316C9-68BB-1B48-85B2-7CE97651ACFA}">
      <dgm:prSet phldrT="[Text]"/>
      <dgm:spPr/>
      <dgm:t>
        <a:bodyPr/>
        <a:lstStyle/>
        <a:p>
          <a:r>
            <a:rPr lang="en-GB" dirty="0"/>
            <a:t>Pre-Trained Baseline MLP</a:t>
          </a:r>
        </a:p>
      </dgm:t>
    </dgm:pt>
    <dgm:pt modelId="{CF680F79-8CCB-014E-BCF7-91B1FC8E4F97}" type="parTrans" cxnId="{264EC7C6-A699-9F4A-B681-00D8CCF5BC2C}">
      <dgm:prSet/>
      <dgm:spPr/>
      <dgm:t>
        <a:bodyPr/>
        <a:lstStyle/>
        <a:p>
          <a:endParaRPr lang="en-GB"/>
        </a:p>
      </dgm:t>
    </dgm:pt>
    <dgm:pt modelId="{6B9668FB-D633-B145-9914-8174E190BD13}" type="sibTrans" cxnId="{264EC7C6-A699-9F4A-B681-00D8CCF5BC2C}">
      <dgm:prSet/>
      <dgm:spPr/>
      <dgm:t>
        <a:bodyPr/>
        <a:lstStyle/>
        <a:p>
          <a:endParaRPr lang="en-GB"/>
        </a:p>
      </dgm:t>
    </dgm:pt>
    <dgm:pt modelId="{B2EA3162-D37A-E744-A829-4AA4D39168E1}">
      <dgm:prSet phldrT="[Text]"/>
      <dgm:spPr/>
      <dgm:t>
        <a:bodyPr/>
        <a:lstStyle/>
        <a:p>
          <a:r>
            <a:rPr lang="en-GB" dirty="0"/>
            <a:t>Load Baseline Weights</a:t>
          </a:r>
        </a:p>
      </dgm:t>
    </dgm:pt>
    <dgm:pt modelId="{74E7DBC9-9C7B-1F4A-87F0-011ACC1CDD5D}" type="parTrans" cxnId="{47605D3C-242D-A544-8E3C-BCF94F2FCEE0}">
      <dgm:prSet/>
      <dgm:spPr/>
      <dgm:t>
        <a:bodyPr/>
        <a:lstStyle/>
        <a:p>
          <a:endParaRPr lang="en-GB"/>
        </a:p>
      </dgm:t>
    </dgm:pt>
    <dgm:pt modelId="{F53F43F0-2CC4-AD4F-87FB-4E1375D8F985}" type="sibTrans" cxnId="{47605D3C-242D-A544-8E3C-BCF94F2FCEE0}">
      <dgm:prSet/>
      <dgm:spPr/>
      <dgm:t>
        <a:bodyPr/>
        <a:lstStyle/>
        <a:p>
          <a:endParaRPr lang="en-GB"/>
        </a:p>
      </dgm:t>
    </dgm:pt>
    <dgm:pt modelId="{3AF5311E-95E8-8348-BCBB-F9E89C86BA06}">
      <dgm:prSet phldrT="[Text]"/>
      <dgm:spPr/>
      <dgm:t>
        <a:bodyPr/>
        <a:lstStyle/>
        <a:p>
          <a:r>
            <a:rPr lang="en-GB" dirty="0"/>
            <a:t>Forget Training Set only</a:t>
          </a:r>
        </a:p>
      </dgm:t>
    </dgm:pt>
    <dgm:pt modelId="{DA090B4A-9459-0340-8DE6-D5F07190142F}" type="parTrans" cxnId="{617E0197-5FD3-884F-ADD2-D95AB046A7C8}">
      <dgm:prSet/>
      <dgm:spPr/>
      <dgm:t>
        <a:bodyPr/>
        <a:lstStyle/>
        <a:p>
          <a:endParaRPr lang="en-GB"/>
        </a:p>
      </dgm:t>
    </dgm:pt>
    <dgm:pt modelId="{FDFD1514-9613-324C-964F-008259C49B31}" type="sibTrans" cxnId="{617E0197-5FD3-884F-ADD2-D95AB046A7C8}">
      <dgm:prSet/>
      <dgm:spPr/>
      <dgm:t>
        <a:bodyPr/>
        <a:lstStyle/>
        <a:p>
          <a:endParaRPr lang="en-GB"/>
        </a:p>
      </dgm:t>
    </dgm:pt>
    <dgm:pt modelId="{B1973483-F63E-A546-8B71-D53D970840EE}">
      <dgm:prSet phldrT="[Text]"/>
      <dgm:spPr/>
      <dgm:t>
        <a:bodyPr/>
        <a:lstStyle/>
        <a:p>
          <a:r>
            <a:rPr lang="en-GB" dirty="0"/>
            <a:t>Already trained on full dataset</a:t>
          </a:r>
        </a:p>
      </dgm:t>
    </dgm:pt>
    <dgm:pt modelId="{0A489B92-8828-9944-AAD4-B485D31B8533}" type="parTrans" cxnId="{490136F2-3FFC-5D48-B916-ED63B28BAFB7}">
      <dgm:prSet/>
      <dgm:spPr/>
      <dgm:t>
        <a:bodyPr/>
        <a:lstStyle/>
        <a:p>
          <a:endParaRPr lang="en-GB"/>
        </a:p>
      </dgm:t>
    </dgm:pt>
    <dgm:pt modelId="{C0E53A0F-8E12-704A-B20D-103052B02D84}" type="sibTrans" cxnId="{490136F2-3FFC-5D48-B916-ED63B28BAFB7}">
      <dgm:prSet/>
      <dgm:spPr/>
      <dgm:t>
        <a:bodyPr/>
        <a:lstStyle/>
        <a:p>
          <a:endParaRPr lang="en-GB"/>
        </a:p>
      </dgm:t>
    </dgm:pt>
    <dgm:pt modelId="{A9A75D62-6A7E-A74D-B1D3-A6F4A97E95B2}">
      <dgm:prSet phldrT="[Text]"/>
      <dgm:spPr/>
      <dgm:t>
        <a:bodyPr/>
        <a:lstStyle/>
        <a:p>
          <a:r>
            <a:rPr lang="en-GB" dirty="0"/>
            <a:t>Only records requested for deletion are used</a:t>
          </a:r>
        </a:p>
      </dgm:t>
    </dgm:pt>
    <dgm:pt modelId="{A0560115-44F5-8F43-BD69-A7479248BA5D}" type="parTrans" cxnId="{37B01A6D-6148-FB4C-8FB4-AF5726B782E5}">
      <dgm:prSet/>
      <dgm:spPr/>
      <dgm:t>
        <a:bodyPr/>
        <a:lstStyle/>
        <a:p>
          <a:endParaRPr lang="en-GB"/>
        </a:p>
      </dgm:t>
    </dgm:pt>
    <dgm:pt modelId="{4CAD833F-939A-C94D-9D63-3D4451A36F58}" type="sibTrans" cxnId="{37B01A6D-6148-FB4C-8FB4-AF5726B782E5}">
      <dgm:prSet/>
      <dgm:spPr/>
      <dgm:t>
        <a:bodyPr/>
        <a:lstStyle/>
        <a:p>
          <a:endParaRPr lang="en-GB"/>
        </a:p>
      </dgm:t>
    </dgm:pt>
    <dgm:pt modelId="{53BCBB1D-E836-514C-B718-BFF95E24B6C7}">
      <dgm:prSet phldrT="[Text]"/>
      <dgm:spPr/>
      <dgm:t>
        <a:bodyPr/>
        <a:lstStyle/>
        <a:p>
          <a:r>
            <a:rPr lang="en-GB" dirty="0"/>
            <a:t>Forward Pass</a:t>
          </a:r>
        </a:p>
      </dgm:t>
    </dgm:pt>
    <dgm:pt modelId="{D0C5FF5B-AC85-B84F-A8C2-2CE21FA5B17A}" type="parTrans" cxnId="{E749A1AD-907A-674D-99AA-BA9A4C35A36A}">
      <dgm:prSet/>
      <dgm:spPr/>
      <dgm:t>
        <a:bodyPr/>
        <a:lstStyle/>
        <a:p>
          <a:endParaRPr lang="en-GB"/>
        </a:p>
      </dgm:t>
    </dgm:pt>
    <dgm:pt modelId="{C2FD17F5-533E-1446-B78C-31B86050B46A}" type="sibTrans" cxnId="{E749A1AD-907A-674D-99AA-BA9A4C35A36A}">
      <dgm:prSet/>
      <dgm:spPr/>
      <dgm:t>
        <a:bodyPr/>
        <a:lstStyle/>
        <a:p>
          <a:endParaRPr lang="en-GB"/>
        </a:p>
      </dgm:t>
    </dgm:pt>
    <dgm:pt modelId="{3571C53B-E922-1946-AEE3-82B38CB54741}">
      <dgm:prSet phldrT="[Text]"/>
      <dgm:spPr/>
      <dgm:t>
        <a:bodyPr/>
        <a:lstStyle/>
        <a:p>
          <a:r>
            <a:rPr lang="en-GB" dirty="0"/>
            <a:t>Model predicts acute-rejection probability</a:t>
          </a:r>
        </a:p>
      </dgm:t>
    </dgm:pt>
    <dgm:pt modelId="{C1D6E7EB-10AA-2E4E-8969-08E5A721C501}" type="parTrans" cxnId="{C5FD2080-C25C-A049-8F9E-2F8938E3AA6B}">
      <dgm:prSet/>
      <dgm:spPr/>
      <dgm:t>
        <a:bodyPr/>
        <a:lstStyle/>
        <a:p>
          <a:endParaRPr lang="en-GB"/>
        </a:p>
      </dgm:t>
    </dgm:pt>
    <dgm:pt modelId="{AF92D911-2634-454E-B5E9-D7B42168FA84}" type="sibTrans" cxnId="{C5FD2080-C25C-A049-8F9E-2F8938E3AA6B}">
      <dgm:prSet/>
      <dgm:spPr/>
      <dgm:t>
        <a:bodyPr/>
        <a:lstStyle/>
        <a:p>
          <a:endParaRPr lang="en-GB"/>
        </a:p>
      </dgm:t>
    </dgm:pt>
    <dgm:pt modelId="{AC36F206-4001-5648-BDD1-8CA87DDCC808}">
      <dgm:prSet phldrT="[Text]"/>
      <dgm:spPr/>
      <dgm:t>
        <a:bodyPr/>
        <a:lstStyle/>
        <a:p>
          <a:r>
            <a:rPr lang="en-GB" dirty="0"/>
            <a:t>Calculate BCE Loss on Forget Data</a:t>
          </a:r>
        </a:p>
      </dgm:t>
    </dgm:pt>
    <dgm:pt modelId="{1782AA75-0F22-1449-A132-A38C770D1DC3}" type="parTrans" cxnId="{01A93E08-1265-604B-A517-CD7F0BDDE196}">
      <dgm:prSet/>
      <dgm:spPr/>
      <dgm:t>
        <a:bodyPr/>
        <a:lstStyle/>
        <a:p>
          <a:endParaRPr lang="en-GB"/>
        </a:p>
      </dgm:t>
    </dgm:pt>
    <dgm:pt modelId="{1C219982-CD3C-194A-A951-670FAAF65B31}" type="sibTrans" cxnId="{01A93E08-1265-604B-A517-CD7F0BDDE196}">
      <dgm:prSet/>
      <dgm:spPr/>
      <dgm:t>
        <a:bodyPr/>
        <a:lstStyle/>
        <a:p>
          <a:endParaRPr lang="en-GB"/>
        </a:p>
      </dgm:t>
    </dgm:pt>
    <dgm:pt modelId="{EFEFEEB0-A4A4-F048-A285-2B1BB04E3E54}">
      <dgm:prSet phldrT="[Text]"/>
      <dgm:spPr/>
      <dgm:t>
        <a:bodyPr/>
        <a:lstStyle/>
        <a:p>
          <a:r>
            <a:rPr lang="en-GB" dirty="0"/>
            <a:t>Measures prediction error on records we want to forget</a:t>
          </a:r>
        </a:p>
      </dgm:t>
    </dgm:pt>
    <dgm:pt modelId="{2EF70654-8317-1E41-8255-EDB13952C087}" type="parTrans" cxnId="{78935950-D21A-584F-86A2-1253FEE906CA}">
      <dgm:prSet/>
      <dgm:spPr/>
      <dgm:t>
        <a:bodyPr/>
        <a:lstStyle/>
        <a:p>
          <a:endParaRPr lang="en-GB"/>
        </a:p>
      </dgm:t>
    </dgm:pt>
    <dgm:pt modelId="{DC53F6DA-593D-6A48-B4C0-7A609F5E438C}" type="sibTrans" cxnId="{78935950-D21A-584F-86A2-1253FEE906CA}">
      <dgm:prSet/>
      <dgm:spPr/>
      <dgm:t>
        <a:bodyPr/>
        <a:lstStyle/>
        <a:p>
          <a:endParaRPr lang="en-GB"/>
        </a:p>
      </dgm:t>
    </dgm:pt>
    <dgm:pt modelId="{12105AF0-48A9-A240-A0DA-CA65F1430ADA}">
      <dgm:prSet phldrT="[Text]"/>
      <dgm:spPr/>
      <dgm:t>
        <a:bodyPr/>
        <a:lstStyle/>
        <a:p>
          <a:r>
            <a:rPr lang="en-GB" dirty="0"/>
            <a:t>Gradient Ascent</a:t>
          </a:r>
        </a:p>
      </dgm:t>
    </dgm:pt>
    <dgm:pt modelId="{F4D7BD4E-CD63-5142-A0EB-DF15296055D2}" type="parTrans" cxnId="{BB0F69FE-A023-9145-89D3-30FFA3D36639}">
      <dgm:prSet/>
      <dgm:spPr/>
      <dgm:t>
        <a:bodyPr/>
        <a:lstStyle/>
        <a:p>
          <a:endParaRPr lang="en-GB"/>
        </a:p>
      </dgm:t>
    </dgm:pt>
    <dgm:pt modelId="{9CF324B2-1EB2-DB4C-9523-F161FC84C216}" type="sibTrans" cxnId="{BB0F69FE-A023-9145-89D3-30FFA3D36639}">
      <dgm:prSet/>
      <dgm:spPr/>
      <dgm:t>
        <a:bodyPr/>
        <a:lstStyle/>
        <a:p>
          <a:endParaRPr lang="en-GB"/>
        </a:p>
      </dgm:t>
    </dgm:pt>
    <dgm:pt modelId="{39D7F085-C546-FA4E-AE04-2148ED8CD97E}">
      <dgm:prSet phldrT="[Text]"/>
      <dgm:spPr/>
      <dgm:t>
        <a:bodyPr/>
        <a:lstStyle/>
        <a:p>
          <a:r>
            <a:rPr lang="en-GB" dirty="0"/>
            <a:t>Update Existing Model Weights</a:t>
          </a:r>
        </a:p>
      </dgm:t>
    </dgm:pt>
    <dgm:pt modelId="{34616923-A92B-454F-A9C1-E35B0BFFEA95}" type="parTrans" cxnId="{DCAF3C9F-8518-6944-98CA-445256EF48B9}">
      <dgm:prSet/>
      <dgm:spPr/>
      <dgm:t>
        <a:bodyPr/>
        <a:lstStyle/>
        <a:p>
          <a:endParaRPr lang="en-GB"/>
        </a:p>
      </dgm:t>
    </dgm:pt>
    <dgm:pt modelId="{9C54F291-D0CB-6543-B9FA-75462786074C}" type="sibTrans" cxnId="{DCAF3C9F-8518-6944-98CA-445256EF48B9}">
      <dgm:prSet/>
      <dgm:spPr/>
      <dgm:t>
        <a:bodyPr/>
        <a:lstStyle/>
        <a:p>
          <a:endParaRPr lang="en-GB"/>
        </a:p>
      </dgm:t>
    </dgm:pt>
    <dgm:pt modelId="{4DC4A23F-8F95-CD49-85B9-940F147D0943}">
      <dgm:prSet phldrT="[Text]"/>
      <dgm:spPr/>
      <dgm:t>
        <a:bodyPr/>
        <a:lstStyle/>
        <a:p>
          <a:r>
            <a:rPr lang="en-GB" dirty="0"/>
            <a:t>Increase loss on the Forget Set</a:t>
          </a:r>
        </a:p>
      </dgm:t>
    </dgm:pt>
    <dgm:pt modelId="{D4537AA8-2F92-9F4D-BB89-6A078E889F7B}" type="parTrans" cxnId="{777014E0-4A47-E54E-B3E0-E60A5A73B609}">
      <dgm:prSet/>
      <dgm:spPr/>
      <dgm:t>
        <a:bodyPr/>
        <a:lstStyle/>
        <a:p>
          <a:endParaRPr lang="en-GB"/>
        </a:p>
      </dgm:t>
    </dgm:pt>
    <dgm:pt modelId="{A7D8B737-D111-2546-A5F1-4E74444BDFC4}" type="sibTrans" cxnId="{777014E0-4A47-E54E-B3E0-E60A5A73B609}">
      <dgm:prSet/>
      <dgm:spPr/>
      <dgm:t>
        <a:bodyPr/>
        <a:lstStyle/>
        <a:p>
          <a:endParaRPr lang="en-GB"/>
        </a:p>
      </dgm:t>
    </dgm:pt>
    <dgm:pt modelId="{614B7B40-E20D-2442-B473-BF7A577147F8}">
      <dgm:prSet phldrT="[Text]"/>
      <dgm:spPr/>
      <dgm:t>
        <a:bodyPr/>
        <a:lstStyle/>
        <a:p>
          <a:r>
            <a:rPr lang="en-GB" dirty="0"/>
            <a:t>Gradient Ascent Model</a:t>
          </a:r>
        </a:p>
      </dgm:t>
    </dgm:pt>
    <dgm:pt modelId="{94360350-F770-B141-9CB0-64ED387C66AB}" type="parTrans" cxnId="{7B779FDA-995F-E147-8032-11663AC558C9}">
      <dgm:prSet/>
      <dgm:spPr/>
      <dgm:t>
        <a:bodyPr/>
        <a:lstStyle/>
        <a:p>
          <a:endParaRPr lang="en-GB"/>
        </a:p>
      </dgm:t>
    </dgm:pt>
    <dgm:pt modelId="{DABEE69F-B3C5-CF44-A7F2-02EE30B6A8B3}" type="sibTrans" cxnId="{7B779FDA-995F-E147-8032-11663AC558C9}">
      <dgm:prSet/>
      <dgm:spPr/>
      <dgm:t>
        <a:bodyPr/>
        <a:lstStyle/>
        <a:p>
          <a:endParaRPr lang="en-GB"/>
        </a:p>
      </dgm:t>
    </dgm:pt>
    <dgm:pt modelId="{C422DD93-FD6F-0D4E-A16C-EA9DEE8507B8}">
      <dgm:prSet/>
      <dgm:spPr/>
      <dgm:t>
        <a:bodyPr/>
        <a:lstStyle/>
        <a:p>
          <a:r>
            <a:rPr lang="en-GB" dirty="0"/>
            <a:t>Reverse the usual training direction</a:t>
          </a:r>
        </a:p>
      </dgm:t>
    </dgm:pt>
    <dgm:pt modelId="{E9E18CC0-790F-3A44-9D9A-9FFAA14FE68C}" type="parTrans" cxnId="{BC2B0881-D513-CA4D-AE4D-B5564F9BCB45}">
      <dgm:prSet/>
      <dgm:spPr/>
      <dgm:t>
        <a:bodyPr/>
        <a:lstStyle/>
        <a:p>
          <a:endParaRPr lang="en-GB"/>
        </a:p>
      </dgm:t>
    </dgm:pt>
    <dgm:pt modelId="{4B610E2C-3CFD-BE46-8F99-6C8FE0919CBD}" type="sibTrans" cxnId="{BC2B0881-D513-CA4D-AE4D-B5564F9BCB45}">
      <dgm:prSet/>
      <dgm:spPr/>
      <dgm:t>
        <a:bodyPr/>
        <a:lstStyle/>
        <a:p>
          <a:endParaRPr lang="en-GB"/>
        </a:p>
      </dgm:t>
    </dgm:pt>
    <dgm:pt modelId="{D24C3686-D02F-6545-A87F-A28B9936E1BB}" type="pres">
      <dgm:prSet presAssocID="{AD3B2F43-C040-C34E-8519-330FCB5535B4}" presName="linearFlow" presStyleCnt="0">
        <dgm:presLayoutVars>
          <dgm:resizeHandles val="exact"/>
        </dgm:presLayoutVars>
      </dgm:prSet>
      <dgm:spPr/>
    </dgm:pt>
    <dgm:pt modelId="{8E10704D-BD29-1844-9187-4A264758386F}" type="pres">
      <dgm:prSet presAssocID="{6CB316C9-68BB-1B48-85B2-7CE97651ACFA}" presName="node" presStyleLbl="node1" presStyleIdx="0" presStyleCnt="8">
        <dgm:presLayoutVars>
          <dgm:bulletEnabled val="1"/>
        </dgm:presLayoutVars>
      </dgm:prSet>
      <dgm:spPr/>
    </dgm:pt>
    <dgm:pt modelId="{DF66C4E6-9187-C346-BB65-F94CF9AFC47C}" type="pres">
      <dgm:prSet presAssocID="{6B9668FB-D633-B145-9914-8174E190BD13}" presName="sibTrans" presStyleLbl="sibTrans2D1" presStyleIdx="0" presStyleCnt="7"/>
      <dgm:spPr/>
    </dgm:pt>
    <dgm:pt modelId="{F7E1308D-6E93-2C4A-B1C9-1BF49611CE1C}" type="pres">
      <dgm:prSet presAssocID="{6B9668FB-D633-B145-9914-8174E190BD13}" presName="connectorText" presStyleLbl="sibTrans2D1" presStyleIdx="0" presStyleCnt="7"/>
      <dgm:spPr/>
    </dgm:pt>
    <dgm:pt modelId="{9EFC4953-0E45-184E-AFB7-4C0D20287E34}" type="pres">
      <dgm:prSet presAssocID="{B2EA3162-D37A-E744-A829-4AA4D39168E1}" presName="node" presStyleLbl="node1" presStyleIdx="1" presStyleCnt="8">
        <dgm:presLayoutVars>
          <dgm:bulletEnabled val="1"/>
        </dgm:presLayoutVars>
      </dgm:prSet>
      <dgm:spPr/>
    </dgm:pt>
    <dgm:pt modelId="{238FA705-DAEA-494F-BCB4-879DCDC03C06}" type="pres">
      <dgm:prSet presAssocID="{F53F43F0-2CC4-AD4F-87FB-4E1375D8F985}" presName="sibTrans" presStyleLbl="sibTrans2D1" presStyleIdx="1" presStyleCnt="7"/>
      <dgm:spPr/>
    </dgm:pt>
    <dgm:pt modelId="{2805CEE8-FE67-7446-9A53-0C49C437161E}" type="pres">
      <dgm:prSet presAssocID="{F53F43F0-2CC4-AD4F-87FB-4E1375D8F985}" presName="connectorText" presStyleLbl="sibTrans2D1" presStyleIdx="1" presStyleCnt="7"/>
      <dgm:spPr/>
    </dgm:pt>
    <dgm:pt modelId="{32192C23-92D1-9544-B56E-29346257A4EF}" type="pres">
      <dgm:prSet presAssocID="{3AF5311E-95E8-8348-BCBB-F9E89C86BA06}" presName="node" presStyleLbl="node1" presStyleIdx="2" presStyleCnt="8">
        <dgm:presLayoutVars>
          <dgm:bulletEnabled val="1"/>
        </dgm:presLayoutVars>
      </dgm:prSet>
      <dgm:spPr/>
    </dgm:pt>
    <dgm:pt modelId="{682B2EE5-0726-154E-9AD3-3DA43FB7B5C2}" type="pres">
      <dgm:prSet presAssocID="{FDFD1514-9613-324C-964F-008259C49B31}" presName="sibTrans" presStyleLbl="sibTrans2D1" presStyleIdx="2" presStyleCnt="7"/>
      <dgm:spPr/>
    </dgm:pt>
    <dgm:pt modelId="{C6A4D316-42EA-5F43-84F6-A90C5F526D79}" type="pres">
      <dgm:prSet presAssocID="{FDFD1514-9613-324C-964F-008259C49B31}" presName="connectorText" presStyleLbl="sibTrans2D1" presStyleIdx="2" presStyleCnt="7"/>
      <dgm:spPr/>
    </dgm:pt>
    <dgm:pt modelId="{D91C9FCF-D134-6947-89C0-D029CAD1604E}" type="pres">
      <dgm:prSet presAssocID="{53BCBB1D-E836-514C-B718-BFF95E24B6C7}" presName="node" presStyleLbl="node1" presStyleIdx="3" presStyleCnt="8">
        <dgm:presLayoutVars>
          <dgm:bulletEnabled val="1"/>
        </dgm:presLayoutVars>
      </dgm:prSet>
      <dgm:spPr/>
    </dgm:pt>
    <dgm:pt modelId="{292A5943-DBE0-B940-86CC-6970674EA94C}" type="pres">
      <dgm:prSet presAssocID="{C2FD17F5-533E-1446-B78C-31B86050B46A}" presName="sibTrans" presStyleLbl="sibTrans2D1" presStyleIdx="3" presStyleCnt="7"/>
      <dgm:spPr/>
    </dgm:pt>
    <dgm:pt modelId="{AB4B8D8A-C4BA-CE42-AA57-E30061651D07}" type="pres">
      <dgm:prSet presAssocID="{C2FD17F5-533E-1446-B78C-31B86050B46A}" presName="connectorText" presStyleLbl="sibTrans2D1" presStyleIdx="3" presStyleCnt="7"/>
      <dgm:spPr/>
    </dgm:pt>
    <dgm:pt modelId="{134673F3-D335-B445-B6C8-38C4EEFC90D1}" type="pres">
      <dgm:prSet presAssocID="{AC36F206-4001-5648-BDD1-8CA87DDCC808}" presName="node" presStyleLbl="node1" presStyleIdx="4" presStyleCnt="8">
        <dgm:presLayoutVars>
          <dgm:bulletEnabled val="1"/>
        </dgm:presLayoutVars>
      </dgm:prSet>
      <dgm:spPr/>
    </dgm:pt>
    <dgm:pt modelId="{6546948D-D692-5448-B2FB-D2665954F4CE}" type="pres">
      <dgm:prSet presAssocID="{1C219982-CD3C-194A-A951-670FAAF65B31}" presName="sibTrans" presStyleLbl="sibTrans2D1" presStyleIdx="4" presStyleCnt="7"/>
      <dgm:spPr/>
    </dgm:pt>
    <dgm:pt modelId="{8158E85F-E08A-E244-8315-F74F2939C98E}" type="pres">
      <dgm:prSet presAssocID="{1C219982-CD3C-194A-A951-670FAAF65B31}" presName="connectorText" presStyleLbl="sibTrans2D1" presStyleIdx="4" presStyleCnt="7"/>
      <dgm:spPr/>
    </dgm:pt>
    <dgm:pt modelId="{E246F06C-E801-374A-B344-7508F7CBDC5E}" type="pres">
      <dgm:prSet presAssocID="{12105AF0-48A9-A240-A0DA-CA65F1430ADA}" presName="node" presStyleLbl="node1" presStyleIdx="5" presStyleCnt="8">
        <dgm:presLayoutVars>
          <dgm:bulletEnabled val="1"/>
        </dgm:presLayoutVars>
      </dgm:prSet>
      <dgm:spPr/>
    </dgm:pt>
    <dgm:pt modelId="{069F8117-97E5-FB4C-A2E5-FA803FA3E14E}" type="pres">
      <dgm:prSet presAssocID="{9CF324B2-1EB2-DB4C-9523-F161FC84C216}" presName="sibTrans" presStyleLbl="sibTrans2D1" presStyleIdx="5" presStyleCnt="7"/>
      <dgm:spPr/>
    </dgm:pt>
    <dgm:pt modelId="{8CC194F3-B1BE-FC44-A924-84075911D2E1}" type="pres">
      <dgm:prSet presAssocID="{9CF324B2-1EB2-DB4C-9523-F161FC84C216}" presName="connectorText" presStyleLbl="sibTrans2D1" presStyleIdx="5" presStyleCnt="7"/>
      <dgm:spPr/>
    </dgm:pt>
    <dgm:pt modelId="{310B0D8B-0F03-A44C-AF16-B40813C93AC6}" type="pres">
      <dgm:prSet presAssocID="{39D7F085-C546-FA4E-AE04-2148ED8CD97E}" presName="node" presStyleLbl="node1" presStyleIdx="6" presStyleCnt="8">
        <dgm:presLayoutVars>
          <dgm:bulletEnabled val="1"/>
        </dgm:presLayoutVars>
      </dgm:prSet>
      <dgm:spPr/>
    </dgm:pt>
    <dgm:pt modelId="{71486F0B-E993-1C4B-BD99-BB282ACDDAD9}" type="pres">
      <dgm:prSet presAssocID="{9C54F291-D0CB-6543-B9FA-75462786074C}" presName="sibTrans" presStyleLbl="sibTrans2D1" presStyleIdx="6" presStyleCnt="7"/>
      <dgm:spPr/>
    </dgm:pt>
    <dgm:pt modelId="{87F0531F-9E07-D540-97EB-06830208B271}" type="pres">
      <dgm:prSet presAssocID="{9C54F291-D0CB-6543-B9FA-75462786074C}" presName="connectorText" presStyleLbl="sibTrans2D1" presStyleIdx="6" presStyleCnt="7"/>
      <dgm:spPr/>
    </dgm:pt>
    <dgm:pt modelId="{509C97E8-6B9E-E342-AB72-F3198E200311}" type="pres">
      <dgm:prSet presAssocID="{614B7B40-E20D-2442-B473-BF7A577147F8}" presName="node" presStyleLbl="node1" presStyleIdx="7" presStyleCnt="8">
        <dgm:presLayoutVars>
          <dgm:bulletEnabled val="1"/>
        </dgm:presLayoutVars>
      </dgm:prSet>
      <dgm:spPr/>
    </dgm:pt>
  </dgm:ptLst>
  <dgm:cxnLst>
    <dgm:cxn modelId="{01A93E08-1265-604B-A517-CD7F0BDDE196}" srcId="{AD3B2F43-C040-C34E-8519-330FCB5535B4}" destId="{AC36F206-4001-5648-BDD1-8CA87DDCC808}" srcOrd="4" destOrd="0" parTransId="{1782AA75-0F22-1449-A132-A38C770D1DC3}" sibTransId="{1C219982-CD3C-194A-A951-670FAAF65B31}"/>
    <dgm:cxn modelId="{7349360A-32FA-7F42-86D3-3DB9289D4271}" type="presOf" srcId="{3571C53B-E922-1946-AEE3-82B38CB54741}" destId="{D91C9FCF-D134-6947-89C0-D029CAD1604E}" srcOrd="0" destOrd="1" presId="urn:microsoft.com/office/officeart/2005/8/layout/process2"/>
    <dgm:cxn modelId="{2BBE911B-7DF6-6A40-A2C6-CC402C13132C}" type="presOf" srcId="{9CF324B2-1EB2-DB4C-9523-F161FC84C216}" destId="{069F8117-97E5-FB4C-A2E5-FA803FA3E14E}" srcOrd="0" destOrd="0" presId="urn:microsoft.com/office/officeart/2005/8/layout/process2"/>
    <dgm:cxn modelId="{A4D6E929-D7CF-D44B-8FDB-4F9A8277FA3A}" type="presOf" srcId="{C2FD17F5-533E-1446-B78C-31B86050B46A}" destId="{AB4B8D8A-C4BA-CE42-AA57-E30061651D07}" srcOrd="1" destOrd="0" presId="urn:microsoft.com/office/officeart/2005/8/layout/process2"/>
    <dgm:cxn modelId="{A40AD92E-A6A4-1A43-949F-84054427F125}" type="presOf" srcId="{9CF324B2-1EB2-DB4C-9523-F161FC84C216}" destId="{8CC194F3-B1BE-FC44-A924-84075911D2E1}" srcOrd="1" destOrd="0" presId="urn:microsoft.com/office/officeart/2005/8/layout/process2"/>
    <dgm:cxn modelId="{47605D3C-242D-A544-8E3C-BCF94F2FCEE0}" srcId="{AD3B2F43-C040-C34E-8519-330FCB5535B4}" destId="{B2EA3162-D37A-E744-A829-4AA4D39168E1}" srcOrd="1" destOrd="0" parTransId="{74E7DBC9-9C7B-1F4A-87F0-011ACC1CDD5D}" sibTransId="{F53F43F0-2CC4-AD4F-87FB-4E1375D8F985}"/>
    <dgm:cxn modelId="{7FFBE248-F137-774D-BD5C-FF86F8C696FE}" type="presOf" srcId="{9C54F291-D0CB-6543-B9FA-75462786074C}" destId="{71486F0B-E993-1C4B-BD99-BB282ACDDAD9}" srcOrd="0" destOrd="0" presId="urn:microsoft.com/office/officeart/2005/8/layout/process2"/>
    <dgm:cxn modelId="{90CB814B-D32A-8E4B-B94A-821EBF7B433C}" type="presOf" srcId="{B1973483-F63E-A546-8B71-D53D970840EE}" destId="{8E10704D-BD29-1844-9187-4A264758386F}" srcOrd="0" destOrd="1" presId="urn:microsoft.com/office/officeart/2005/8/layout/process2"/>
    <dgm:cxn modelId="{78935950-D21A-584F-86A2-1253FEE906CA}" srcId="{AC36F206-4001-5648-BDD1-8CA87DDCC808}" destId="{EFEFEEB0-A4A4-F048-A285-2B1BB04E3E54}" srcOrd="0" destOrd="0" parTransId="{2EF70654-8317-1E41-8255-EDB13952C087}" sibTransId="{DC53F6DA-593D-6A48-B4C0-7A609F5E438C}"/>
    <dgm:cxn modelId="{F1A66F5A-B792-264A-99BD-076E690334A7}" type="presOf" srcId="{A9A75D62-6A7E-A74D-B1D3-A6F4A97E95B2}" destId="{32192C23-92D1-9544-B56E-29346257A4EF}" srcOrd="0" destOrd="1" presId="urn:microsoft.com/office/officeart/2005/8/layout/process2"/>
    <dgm:cxn modelId="{3CE47D64-845B-D44D-A822-F77740BB393B}" type="presOf" srcId="{12105AF0-48A9-A240-A0DA-CA65F1430ADA}" destId="{E246F06C-E801-374A-B344-7508F7CBDC5E}" srcOrd="0" destOrd="0" presId="urn:microsoft.com/office/officeart/2005/8/layout/process2"/>
    <dgm:cxn modelId="{23607365-13ED-3A4B-9BD3-EEC0FAC19BC7}" type="presOf" srcId="{B2EA3162-D37A-E744-A829-4AA4D39168E1}" destId="{9EFC4953-0E45-184E-AFB7-4C0D20287E34}" srcOrd="0" destOrd="0" presId="urn:microsoft.com/office/officeart/2005/8/layout/process2"/>
    <dgm:cxn modelId="{8538286B-EA3F-834A-A9B8-2508D2F6F312}" type="presOf" srcId="{3AF5311E-95E8-8348-BCBB-F9E89C86BA06}" destId="{32192C23-92D1-9544-B56E-29346257A4EF}" srcOrd="0" destOrd="0" presId="urn:microsoft.com/office/officeart/2005/8/layout/process2"/>
    <dgm:cxn modelId="{37B01A6D-6148-FB4C-8FB4-AF5726B782E5}" srcId="{3AF5311E-95E8-8348-BCBB-F9E89C86BA06}" destId="{A9A75D62-6A7E-A74D-B1D3-A6F4A97E95B2}" srcOrd="0" destOrd="0" parTransId="{A0560115-44F5-8F43-BD69-A7479248BA5D}" sibTransId="{4CAD833F-939A-C94D-9D63-3D4451A36F58}"/>
    <dgm:cxn modelId="{F4A0B66F-A11D-D944-8161-E3A15E49CDD0}" type="presOf" srcId="{6B9668FB-D633-B145-9914-8174E190BD13}" destId="{DF66C4E6-9187-C346-BB65-F94CF9AFC47C}" srcOrd="0" destOrd="0" presId="urn:microsoft.com/office/officeart/2005/8/layout/process2"/>
    <dgm:cxn modelId="{64DF2173-D92E-514D-8762-8E8960623084}" type="presOf" srcId="{4DC4A23F-8F95-CD49-85B9-940F147D0943}" destId="{310B0D8B-0F03-A44C-AF16-B40813C93AC6}" srcOrd="0" destOrd="1" presId="urn:microsoft.com/office/officeart/2005/8/layout/process2"/>
    <dgm:cxn modelId="{42543C73-0B3F-024C-8385-53C510F132B7}" type="presOf" srcId="{F53F43F0-2CC4-AD4F-87FB-4E1375D8F985}" destId="{2805CEE8-FE67-7446-9A53-0C49C437161E}" srcOrd="1" destOrd="0" presId="urn:microsoft.com/office/officeart/2005/8/layout/process2"/>
    <dgm:cxn modelId="{927CA073-A956-E04E-B197-88F515BF1B26}" type="presOf" srcId="{1C219982-CD3C-194A-A951-670FAAF65B31}" destId="{8158E85F-E08A-E244-8315-F74F2939C98E}" srcOrd="1" destOrd="0" presId="urn:microsoft.com/office/officeart/2005/8/layout/process2"/>
    <dgm:cxn modelId="{C5FD2080-C25C-A049-8F9E-2F8938E3AA6B}" srcId="{53BCBB1D-E836-514C-B718-BFF95E24B6C7}" destId="{3571C53B-E922-1946-AEE3-82B38CB54741}" srcOrd="0" destOrd="0" parTransId="{C1D6E7EB-10AA-2E4E-8969-08E5A721C501}" sibTransId="{AF92D911-2634-454E-B5E9-D7B42168FA84}"/>
    <dgm:cxn modelId="{BC2B0881-D513-CA4D-AE4D-B5564F9BCB45}" srcId="{12105AF0-48A9-A240-A0DA-CA65F1430ADA}" destId="{C422DD93-FD6F-0D4E-A16C-EA9DEE8507B8}" srcOrd="0" destOrd="0" parTransId="{E9E18CC0-790F-3A44-9D9A-9FFAA14FE68C}" sibTransId="{4B610E2C-3CFD-BE46-8F99-6C8FE0919CBD}"/>
    <dgm:cxn modelId="{2B8C3986-4B50-5A44-8D57-766C22BEB3D1}" type="presOf" srcId="{FDFD1514-9613-324C-964F-008259C49B31}" destId="{C6A4D316-42EA-5F43-84F6-A90C5F526D79}" srcOrd="1" destOrd="0" presId="urn:microsoft.com/office/officeart/2005/8/layout/process2"/>
    <dgm:cxn modelId="{5101A18A-6EEC-0747-AD79-7E3B2B0E1294}" type="presOf" srcId="{C422DD93-FD6F-0D4E-A16C-EA9DEE8507B8}" destId="{E246F06C-E801-374A-B344-7508F7CBDC5E}" srcOrd="0" destOrd="1" presId="urn:microsoft.com/office/officeart/2005/8/layout/process2"/>
    <dgm:cxn modelId="{BE30488D-61D6-7442-AA7F-E243EEFC9F78}" type="presOf" srcId="{9C54F291-D0CB-6543-B9FA-75462786074C}" destId="{87F0531F-9E07-D540-97EB-06830208B271}" srcOrd="1" destOrd="0" presId="urn:microsoft.com/office/officeart/2005/8/layout/process2"/>
    <dgm:cxn modelId="{1D2A2296-A326-E84D-9F18-50735872EF1C}" type="presOf" srcId="{AC36F206-4001-5648-BDD1-8CA87DDCC808}" destId="{134673F3-D335-B445-B6C8-38C4EEFC90D1}" srcOrd="0" destOrd="0" presId="urn:microsoft.com/office/officeart/2005/8/layout/process2"/>
    <dgm:cxn modelId="{617E0197-5FD3-884F-ADD2-D95AB046A7C8}" srcId="{AD3B2F43-C040-C34E-8519-330FCB5535B4}" destId="{3AF5311E-95E8-8348-BCBB-F9E89C86BA06}" srcOrd="2" destOrd="0" parTransId="{DA090B4A-9459-0340-8DE6-D5F07190142F}" sibTransId="{FDFD1514-9613-324C-964F-008259C49B31}"/>
    <dgm:cxn modelId="{DCAF3C9F-8518-6944-98CA-445256EF48B9}" srcId="{AD3B2F43-C040-C34E-8519-330FCB5535B4}" destId="{39D7F085-C546-FA4E-AE04-2148ED8CD97E}" srcOrd="6" destOrd="0" parTransId="{34616923-A92B-454F-A9C1-E35B0BFFEA95}" sibTransId="{9C54F291-D0CB-6543-B9FA-75462786074C}"/>
    <dgm:cxn modelId="{366E93A8-2A9A-E547-831C-58F61030E7FE}" type="presOf" srcId="{6CB316C9-68BB-1B48-85B2-7CE97651ACFA}" destId="{8E10704D-BD29-1844-9187-4A264758386F}" srcOrd="0" destOrd="0" presId="urn:microsoft.com/office/officeart/2005/8/layout/process2"/>
    <dgm:cxn modelId="{CD231DAB-CC1F-C348-AEF1-B8E5A769E999}" type="presOf" srcId="{AD3B2F43-C040-C34E-8519-330FCB5535B4}" destId="{D24C3686-D02F-6545-A87F-A28B9936E1BB}" srcOrd="0" destOrd="0" presId="urn:microsoft.com/office/officeart/2005/8/layout/process2"/>
    <dgm:cxn modelId="{E749A1AD-907A-674D-99AA-BA9A4C35A36A}" srcId="{AD3B2F43-C040-C34E-8519-330FCB5535B4}" destId="{53BCBB1D-E836-514C-B718-BFF95E24B6C7}" srcOrd="3" destOrd="0" parTransId="{D0C5FF5B-AC85-B84F-A8C2-2CE21FA5B17A}" sibTransId="{C2FD17F5-533E-1446-B78C-31B86050B46A}"/>
    <dgm:cxn modelId="{9D5132B3-227F-A344-828C-F4868CD4E392}" type="presOf" srcId="{6B9668FB-D633-B145-9914-8174E190BD13}" destId="{F7E1308D-6E93-2C4A-B1C9-1BF49611CE1C}" srcOrd="1" destOrd="0" presId="urn:microsoft.com/office/officeart/2005/8/layout/process2"/>
    <dgm:cxn modelId="{9E04AFB5-E452-664D-932D-2D6F0DA396A8}" type="presOf" srcId="{614B7B40-E20D-2442-B473-BF7A577147F8}" destId="{509C97E8-6B9E-E342-AB72-F3198E200311}" srcOrd="0" destOrd="0" presId="urn:microsoft.com/office/officeart/2005/8/layout/process2"/>
    <dgm:cxn modelId="{77E702BA-3D8F-FE44-A34B-3BA19F46BB03}" type="presOf" srcId="{39D7F085-C546-FA4E-AE04-2148ED8CD97E}" destId="{310B0D8B-0F03-A44C-AF16-B40813C93AC6}" srcOrd="0" destOrd="0" presId="urn:microsoft.com/office/officeart/2005/8/layout/process2"/>
    <dgm:cxn modelId="{3AA564BC-52FE-FE4C-B369-451F418C6E77}" type="presOf" srcId="{C2FD17F5-533E-1446-B78C-31B86050B46A}" destId="{292A5943-DBE0-B940-86CC-6970674EA94C}" srcOrd="0" destOrd="0" presId="urn:microsoft.com/office/officeart/2005/8/layout/process2"/>
    <dgm:cxn modelId="{0A9220C1-2A8E-1942-8830-04EB80CA3746}" type="presOf" srcId="{F53F43F0-2CC4-AD4F-87FB-4E1375D8F985}" destId="{238FA705-DAEA-494F-BCB4-879DCDC03C06}" srcOrd="0" destOrd="0" presId="urn:microsoft.com/office/officeart/2005/8/layout/process2"/>
    <dgm:cxn modelId="{264EC7C6-A699-9F4A-B681-00D8CCF5BC2C}" srcId="{AD3B2F43-C040-C34E-8519-330FCB5535B4}" destId="{6CB316C9-68BB-1B48-85B2-7CE97651ACFA}" srcOrd="0" destOrd="0" parTransId="{CF680F79-8CCB-014E-BCF7-91B1FC8E4F97}" sibTransId="{6B9668FB-D633-B145-9914-8174E190BD13}"/>
    <dgm:cxn modelId="{1E4F3CD6-F08E-E84D-9B45-89994E8624EA}" type="presOf" srcId="{1C219982-CD3C-194A-A951-670FAAF65B31}" destId="{6546948D-D692-5448-B2FB-D2665954F4CE}" srcOrd="0" destOrd="0" presId="urn:microsoft.com/office/officeart/2005/8/layout/process2"/>
    <dgm:cxn modelId="{7B779FDA-995F-E147-8032-11663AC558C9}" srcId="{AD3B2F43-C040-C34E-8519-330FCB5535B4}" destId="{614B7B40-E20D-2442-B473-BF7A577147F8}" srcOrd="7" destOrd="0" parTransId="{94360350-F770-B141-9CB0-64ED387C66AB}" sibTransId="{DABEE69F-B3C5-CF44-A7F2-02EE30B6A8B3}"/>
    <dgm:cxn modelId="{25A23CDF-D162-004C-AD64-3455F8E64D38}" type="presOf" srcId="{FDFD1514-9613-324C-964F-008259C49B31}" destId="{682B2EE5-0726-154E-9AD3-3DA43FB7B5C2}" srcOrd="0" destOrd="0" presId="urn:microsoft.com/office/officeart/2005/8/layout/process2"/>
    <dgm:cxn modelId="{777014E0-4A47-E54E-B3E0-E60A5A73B609}" srcId="{39D7F085-C546-FA4E-AE04-2148ED8CD97E}" destId="{4DC4A23F-8F95-CD49-85B9-940F147D0943}" srcOrd="0" destOrd="0" parTransId="{D4537AA8-2F92-9F4D-BB89-6A078E889F7B}" sibTransId="{A7D8B737-D111-2546-A5F1-4E74444BDFC4}"/>
    <dgm:cxn modelId="{AD2D13E6-CEA9-0B47-9B15-CA40B226E1AF}" type="presOf" srcId="{EFEFEEB0-A4A4-F048-A285-2B1BB04E3E54}" destId="{134673F3-D335-B445-B6C8-38C4EEFC90D1}" srcOrd="0" destOrd="1" presId="urn:microsoft.com/office/officeart/2005/8/layout/process2"/>
    <dgm:cxn modelId="{490136F2-3FFC-5D48-B916-ED63B28BAFB7}" srcId="{6CB316C9-68BB-1B48-85B2-7CE97651ACFA}" destId="{B1973483-F63E-A546-8B71-D53D970840EE}" srcOrd="0" destOrd="0" parTransId="{0A489B92-8828-9944-AAD4-B485D31B8533}" sibTransId="{C0E53A0F-8E12-704A-B20D-103052B02D84}"/>
    <dgm:cxn modelId="{D9655DF2-E276-9945-BB5B-D3BE31CF02CC}" type="presOf" srcId="{53BCBB1D-E836-514C-B718-BFF95E24B6C7}" destId="{D91C9FCF-D134-6947-89C0-D029CAD1604E}" srcOrd="0" destOrd="0" presId="urn:microsoft.com/office/officeart/2005/8/layout/process2"/>
    <dgm:cxn modelId="{BB0F69FE-A023-9145-89D3-30FFA3D36639}" srcId="{AD3B2F43-C040-C34E-8519-330FCB5535B4}" destId="{12105AF0-48A9-A240-A0DA-CA65F1430ADA}" srcOrd="5" destOrd="0" parTransId="{F4D7BD4E-CD63-5142-A0EB-DF15296055D2}" sibTransId="{9CF324B2-1EB2-DB4C-9523-F161FC84C216}"/>
    <dgm:cxn modelId="{F4D1CF27-B1AA-4F42-A063-5BBE3C6DB01F}" type="presParOf" srcId="{D24C3686-D02F-6545-A87F-A28B9936E1BB}" destId="{8E10704D-BD29-1844-9187-4A264758386F}" srcOrd="0" destOrd="0" presId="urn:microsoft.com/office/officeart/2005/8/layout/process2"/>
    <dgm:cxn modelId="{CCE92A69-BCE2-EE4D-92AA-ACA2A41CBDE1}" type="presParOf" srcId="{D24C3686-D02F-6545-A87F-A28B9936E1BB}" destId="{DF66C4E6-9187-C346-BB65-F94CF9AFC47C}" srcOrd="1" destOrd="0" presId="urn:microsoft.com/office/officeart/2005/8/layout/process2"/>
    <dgm:cxn modelId="{6F5BED45-CBCA-3849-BC1A-FCC8835D8760}" type="presParOf" srcId="{DF66C4E6-9187-C346-BB65-F94CF9AFC47C}" destId="{F7E1308D-6E93-2C4A-B1C9-1BF49611CE1C}" srcOrd="0" destOrd="0" presId="urn:microsoft.com/office/officeart/2005/8/layout/process2"/>
    <dgm:cxn modelId="{ADFF9AE4-10E0-2A42-AFA2-1972D6BF832A}" type="presParOf" srcId="{D24C3686-D02F-6545-A87F-A28B9936E1BB}" destId="{9EFC4953-0E45-184E-AFB7-4C0D20287E34}" srcOrd="2" destOrd="0" presId="urn:microsoft.com/office/officeart/2005/8/layout/process2"/>
    <dgm:cxn modelId="{8F5F357F-6809-CE40-B1B5-A1323524BD35}" type="presParOf" srcId="{D24C3686-D02F-6545-A87F-A28B9936E1BB}" destId="{238FA705-DAEA-494F-BCB4-879DCDC03C06}" srcOrd="3" destOrd="0" presId="urn:microsoft.com/office/officeart/2005/8/layout/process2"/>
    <dgm:cxn modelId="{356EAD56-219D-0442-9483-6DD937FEDCFD}" type="presParOf" srcId="{238FA705-DAEA-494F-BCB4-879DCDC03C06}" destId="{2805CEE8-FE67-7446-9A53-0C49C437161E}" srcOrd="0" destOrd="0" presId="urn:microsoft.com/office/officeart/2005/8/layout/process2"/>
    <dgm:cxn modelId="{C1F03C39-33AA-324E-BE5D-5563030BE8D9}" type="presParOf" srcId="{D24C3686-D02F-6545-A87F-A28B9936E1BB}" destId="{32192C23-92D1-9544-B56E-29346257A4EF}" srcOrd="4" destOrd="0" presId="urn:microsoft.com/office/officeart/2005/8/layout/process2"/>
    <dgm:cxn modelId="{1C5E2382-D4DE-D848-8F12-B455FE39F2B6}" type="presParOf" srcId="{D24C3686-D02F-6545-A87F-A28B9936E1BB}" destId="{682B2EE5-0726-154E-9AD3-3DA43FB7B5C2}" srcOrd="5" destOrd="0" presId="urn:microsoft.com/office/officeart/2005/8/layout/process2"/>
    <dgm:cxn modelId="{BE1B387C-37D1-3643-9503-67700928E0CA}" type="presParOf" srcId="{682B2EE5-0726-154E-9AD3-3DA43FB7B5C2}" destId="{C6A4D316-42EA-5F43-84F6-A90C5F526D79}" srcOrd="0" destOrd="0" presId="urn:microsoft.com/office/officeart/2005/8/layout/process2"/>
    <dgm:cxn modelId="{1FA2885D-F96A-DB4A-989A-4134F8DAB92B}" type="presParOf" srcId="{D24C3686-D02F-6545-A87F-A28B9936E1BB}" destId="{D91C9FCF-D134-6947-89C0-D029CAD1604E}" srcOrd="6" destOrd="0" presId="urn:microsoft.com/office/officeart/2005/8/layout/process2"/>
    <dgm:cxn modelId="{B2B819BD-D33F-7144-8185-E6383F9189BE}" type="presParOf" srcId="{D24C3686-D02F-6545-A87F-A28B9936E1BB}" destId="{292A5943-DBE0-B940-86CC-6970674EA94C}" srcOrd="7" destOrd="0" presId="urn:microsoft.com/office/officeart/2005/8/layout/process2"/>
    <dgm:cxn modelId="{BF9C3629-0F4A-2442-842C-A7A121845093}" type="presParOf" srcId="{292A5943-DBE0-B940-86CC-6970674EA94C}" destId="{AB4B8D8A-C4BA-CE42-AA57-E30061651D07}" srcOrd="0" destOrd="0" presId="urn:microsoft.com/office/officeart/2005/8/layout/process2"/>
    <dgm:cxn modelId="{F352B336-9EC9-1842-8B06-42555E6D7E4F}" type="presParOf" srcId="{D24C3686-D02F-6545-A87F-A28B9936E1BB}" destId="{134673F3-D335-B445-B6C8-38C4EEFC90D1}" srcOrd="8" destOrd="0" presId="urn:microsoft.com/office/officeart/2005/8/layout/process2"/>
    <dgm:cxn modelId="{9D0B2CBA-67E1-404D-BF89-49C66DD916A0}" type="presParOf" srcId="{D24C3686-D02F-6545-A87F-A28B9936E1BB}" destId="{6546948D-D692-5448-B2FB-D2665954F4CE}" srcOrd="9" destOrd="0" presId="urn:microsoft.com/office/officeart/2005/8/layout/process2"/>
    <dgm:cxn modelId="{5DFDDF1D-569C-9F41-A074-861323BB7397}" type="presParOf" srcId="{6546948D-D692-5448-B2FB-D2665954F4CE}" destId="{8158E85F-E08A-E244-8315-F74F2939C98E}" srcOrd="0" destOrd="0" presId="urn:microsoft.com/office/officeart/2005/8/layout/process2"/>
    <dgm:cxn modelId="{1871E912-3F45-4341-8E81-FEAC64DE9FC8}" type="presParOf" srcId="{D24C3686-D02F-6545-A87F-A28B9936E1BB}" destId="{E246F06C-E801-374A-B344-7508F7CBDC5E}" srcOrd="10" destOrd="0" presId="urn:microsoft.com/office/officeart/2005/8/layout/process2"/>
    <dgm:cxn modelId="{985F556F-CB24-F940-887B-B426BCD5928B}" type="presParOf" srcId="{D24C3686-D02F-6545-A87F-A28B9936E1BB}" destId="{069F8117-97E5-FB4C-A2E5-FA803FA3E14E}" srcOrd="11" destOrd="0" presId="urn:microsoft.com/office/officeart/2005/8/layout/process2"/>
    <dgm:cxn modelId="{A5DEF3B1-A8FC-144F-8545-20DD3EC8D962}" type="presParOf" srcId="{069F8117-97E5-FB4C-A2E5-FA803FA3E14E}" destId="{8CC194F3-B1BE-FC44-A924-84075911D2E1}" srcOrd="0" destOrd="0" presId="urn:microsoft.com/office/officeart/2005/8/layout/process2"/>
    <dgm:cxn modelId="{B152ADFB-F2A3-7D4A-9DA9-7142C889AF6F}" type="presParOf" srcId="{D24C3686-D02F-6545-A87F-A28B9936E1BB}" destId="{310B0D8B-0F03-A44C-AF16-B40813C93AC6}" srcOrd="12" destOrd="0" presId="urn:microsoft.com/office/officeart/2005/8/layout/process2"/>
    <dgm:cxn modelId="{403DC43E-3F0D-F742-9FB0-1589211DEC46}" type="presParOf" srcId="{D24C3686-D02F-6545-A87F-A28B9936E1BB}" destId="{71486F0B-E993-1C4B-BD99-BB282ACDDAD9}" srcOrd="13" destOrd="0" presId="urn:microsoft.com/office/officeart/2005/8/layout/process2"/>
    <dgm:cxn modelId="{7FE967A7-1BFB-DF43-AF81-1ABB03D0E9E4}" type="presParOf" srcId="{71486F0B-E993-1C4B-BD99-BB282ACDDAD9}" destId="{87F0531F-9E07-D540-97EB-06830208B271}" srcOrd="0" destOrd="0" presId="urn:microsoft.com/office/officeart/2005/8/layout/process2"/>
    <dgm:cxn modelId="{C39BC8F3-2FBB-B14A-872C-D65D7A742625}" type="presParOf" srcId="{D24C3686-D02F-6545-A87F-A28B9936E1BB}" destId="{509C97E8-6B9E-E342-AB72-F3198E200311}" srcOrd="1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D3B2F43-C040-C34E-8519-330FCB5535B4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6CB316C9-68BB-1B48-85B2-7CE97651ACFA}">
      <dgm:prSet phldrT="[Text]"/>
      <dgm:spPr/>
      <dgm:t>
        <a:bodyPr/>
        <a:lstStyle/>
        <a:p>
          <a:r>
            <a:rPr lang="en-GB" dirty="0"/>
            <a:t>Pre-Trained Baseline MLP</a:t>
          </a:r>
        </a:p>
      </dgm:t>
    </dgm:pt>
    <dgm:pt modelId="{CF680F79-8CCB-014E-BCF7-91B1FC8E4F97}" type="parTrans" cxnId="{264EC7C6-A699-9F4A-B681-00D8CCF5BC2C}">
      <dgm:prSet/>
      <dgm:spPr/>
      <dgm:t>
        <a:bodyPr/>
        <a:lstStyle/>
        <a:p>
          <a:endParaRPr lang="en-GB"/>
        </a:p>
      </dgm:t>
    </dgm:pt>
    <dgm:pt modelId="{6B9668FB-D633-B145-9914-8174E190BD13}" type="sibTrans" cxnId="{264EC7C6-A699-9F4A-B681-00D8CCF5BC2C}">
      <dgm:prSet/>
      <dgm:spPr/>
      <dgm:t>
        <a:bodyPr/>
        <a:lstStyle/>
        <a:p>
          <a:endParaRPr lang="en-GB"/>
        </a:p>
      </dgm:t>
    </dgm:pt>
    <dgm:pt modelId="{B2EA3162-D37A-E744-A829-4AA4D39168E1}">
      <dgm:prSet phldrT="[Text]"/>
      <dgm:spPr/>
      <dgm:t>
        <a:bodyPr/>
        <a:lstStyle/>
        <a:p>
          <a:r>
            <a:rPr lang="en-GB" dirty="0"/>
            <a:t>Load Baseline Weights</a:t>
          </a:r>
        </a:p>
      </dgm:t>
    </dgm:pt>
    <dgm:pt modelId="{74E7DBC9-9C7B-1F4A-87F0-011ACC1CDD5D}" type="parTrans" cxnId="{47605D3C-242D-A544-8E3C-BCF94F2FCEE0}">
      <dgm:prSet/>
      <dgm:spPr/>
      <dgm:t>
        <a:bodyPr/>
        <a:lstStyle/>
        <a:p>
          <a:endParaRPr lang="en-GB"/>
        </a:p>
      </dgm:t>
    </dgm:pt>
    <dgm:pt modelId="{F53F43F0-2CC4-AD4F-87FB-4E1375D8F985}" type="sibTrans" cxnId="{47605D3C-242D-A544-8E3C-BCF94F2FCEE0}">
      <dgm:prSet/>
      <dgm:spPr/>
      <dgm:t>
        <a:bodyPr/>
        <a:lstStyle/>
        <a:p>
          <a:endParaRPr lang="en-GB"/>
        </a:p>
      </dgm:t>
    </dgm:pt>
    <dgm:pt modelId="{3AF5311E-95E8-8348-BCBB-F9E89C86BA06}">
      <dgm:prSet phldrT="[Text]"/>
      <dgm:spPr/>
      <dgm:t>
        <a:bodyPr/>
        <a:lstStyle/>
        <a:p>
          <a:r>
            <a:rPr lang="en-GB" dirty="0"/>
            <a:t>Sample Retain + Forget Data</a:t>
          </a:r>
        </a:p>
      </dgm:t>
    </dgm:pt>
    <dgm:pt modelId="{DA090B4A-9459-0340-8DE6-D5F07190142F}" type="parTrans" cxnId="{617E0197-5FD3-884F-ADD2-D95AB046A7C8}">
      <dgm:prSet/>
      <dgm:spPr/>
      <dgm:t>
        <a:bodyPr/>
        <a:lstStyle/>
        <a:p>
          <a:endParaRPr lang="en-GB"/>
        </a:p>
      </dgm:t>
    </dgm:pt>
    <dgm:pt modelId="{FDFD1514-9613-324C-964F-008259C49B31}" type="sibTrans" cxnId="{617E0197-5FD3-884F-ADD2-D95AB046A7C8}">
      <dgm:prSet/>
      <dgm:spPr/>
      <dgm:t>
        <a:bodyPr/>
        <a:lstStyle/>
        <a:p>
          <a:endParaRPr lang="en-GB"/>
        </a:p>
      </dgm:t>
    </dgm:pt>
    <dgm:pt modelId="{B1973483-F63E-A546-8B71-D53D970840EE}">
      <dgm:prSet phldrT="[Text]"/>
      <dgm:spPr/>
      <dgm:t>
        <a:bodyPr/>
        <a:lstStyle/>
        <a:p>
          <a:r>
            <a:rPr lang="en-GB" dirty="0"/>
            <a:t>Already trained on full dataset</a:t>
          </a:r>
        </a:p>
      </dgm:t>
    </dgm:pt>
    <dgm:pt modelId="{0A489B92-8828-9944-AAD4-B485D31B8533}" type="parTrans" cxnId="{490136F2-3FFC-5D48-B916-ED63B28BAFB7}">
      <dgm:prSet/>
      <dgm:spPr/>
      <dgm:t>
        <a:bodyPr/>
        <a:lstStyle/>
        <a:p>
          <a:endParaRPr lang="en-GB"/>
        </a:p>
      </dgm:t>
    </dgm:pt>
    <dgm:pt modelId="{C0E53A0F-8E12-704A-B20D-103052B02D84}" type="sibTrans" cxnId="{490136F2-3FFC-5D48-B916-ED63B28BAFB7}">
      <dgm:prSet/>
      <dgm:spPr/>
      <dgm:t>
        <a:bodyPr/>
        <a:lstStyle/>
        <a:p>
          <a:endParaRPr lang="en-GB"/>
        </a:p>
      </dgm:t>
    </dgm:pt>
    <dgm:pt modelId="{A9A75D62-6A7E-A74D-B1D3-A6F4A97E95B2}">
      <dgm:prSet phldrT="[Text]"/>
      <dgm:spPr/>
      <dgm:t>
        <a:bodyPr/>
        <a:lstStyle/>
        <a:p>
          <a:r>
            <a:rPr lang="en-GB" dirty="0"/>
            <a:t>Both sets are used during unlearning</a:t>
          </a:r>
        </a:p>
      </dgm:t>
    </dgm:pt>
    <dgm:pt modelId="{A0560115-44F5-8F43-BD69-A7479248BA5D}" type="parTrans" cxnId="{37B01A6D-6148-FB4C-8FB4-AF5726B782E5}">
      <dgm:prSet/>
      <dgm:spPr/>
      <dgm:t>
        <a:bodyPr/>
        <a:lstStyle/>
        <a:p>
          <a:endParaRPr lang="en-GB"/>
        </a:p>
      </dgm:t>
    </dgm:pt>
    <dgm:pt modelId="{4CAD833F-939A-C94D-9D63-3D4451A36F58}" type="sibTrans" cxnId="{37B01A6D-6148-FB4C-8FB4-AF5726B782E5}">
      <dgm:prSet/>
      <dgm:spPr/>
      <dgm:t>
        <a:bodyPr/>
        <a:lstStyle/>
        <a:p>
          <a:endParaRPr lang="en-GB"/>
        </a:p>
      </dgm:t>
    </dgm:pt>
    <dgm:pt modelId="{53BCBB1D-E836-514C-B718-BFF95E24B6C7}">
      <dgm:prSet phldrT="[Text]"/>
      <dgm:spPr/>
      <dgm:t>
        <a:bodyPr/>
        <a:lstStyle/>
        <a:p>
          <a:r>
            <a:rPr lang="en-GB" dirty="0"/>
            <a:t>Forward Pass on both sets</a:t>
          </a:r>
        </a:p>
      </dgm:t>
    </dgm:pt>
    <dgm:pt modelId="{D0C5FF5B-AC85-B84F-A8C2-2CE21FA5B17A}" type="parTrans" cxnId="{E749A1AD-907A-674D-99AA-BA9A4C35A36A}">
      <dgm:prSet/>
      <dgm:spPr/>
      <dgm:t>
        <a:bodyPr/>
        <a:lstStyle/>
        <a:p>
          <a:endParaRPr lang="en-GB"/>
        </a:p>
      </dgm:t>
    </dgm:pt>
    <dgm:pt modelId="{C2FD17F5-533E-1446-B78C-31B86050B46A}" type="sibTrans" cxnId="{E749A1AD-907A-674D-99AA-BA9A4C35A36A}">
      <dgm:prSet/>
      <dgm:spPr/>
      <dgm:t>
        <a:bodyPr/>
        <a:lstStyle/>
        <a:p>
          <a:endParaRPr lang="en-GB"/>
        </a:p>
      </dgm:t>
    </dgm:pt>
    <dgm:pt modelId="{3571C53B-E922-1946-AEE3-82B38CB54741}">
      <dgm:prSet phldrT="[Text]"/>
      <dgm:spPr/>
      <dgm:t>
        <a:bodyPr/>
        <a:lstStyle/>
        <a:p>
          <a:r>
            <a:rPr lang="en-GB" dirty="0"/>
            <a:t>Generate predictions for Retain and Forget records</a:t>
          </a:r>
        </a:p>
      </dgm:t>
    </dgm:pt>
    <dgm:pt modelId="{C1D6E7EB-10AA-2E4E-8969-08E5A721C501}" type="parTrans" cxnId="{C5FD2080-C25C-A049-8F9E-2F8938E3AA6B}">
      <dgm:prSet/>
      <dgm:spPr/>
      <dgm:t>
        <a:bodyPr/>
        <a:lstStyle/>
        <a:p>
          <a:endParaRPr lang="en-GB"/>
        </a:p>
      </dgm:t>
    </dgm:pt>
    <dgm:pt modelId="{AF92D911-2634-454E-B5E9-D7B42168FA84}" type="sibTrans" cxnId="{C5FD2080-C25C-A049-8F9E-2F8938E3AA6B}">
      <dgm:prSet/>
      <dgm:spPr/>
      <dgm:t>
        <a:bodyPr/>
        <a:lstStyle/>
        <a:p>
          <a:endParaRPr lang="en-GB"/>
        </a:p>
      </dgm:t>
    </dgm:pt>
    <dgm:pt modelId="{AC36F206-4001-5648-BDD1-8CA87DDCC808}">
      <dgm:prSet phldrT="[Text]"/>
      <dgm:spPr/>
      <dgm:t>
        <a:bodyPr/>
        <a:lstStyle/>
        <a:p>
          <a:r>
            <a:rPr lang="en-GB" dirty="0"/>
            <a:t>Calculate 2 BCE Losses</a:t>
          </a:r>
        </a:p>
      </dgm:t>
    </dgm:pt>
    <dgm:pt modelId="{1782AA75-0F22-1449-A132-A38C770D1DC3}" type="parTrans" cxnId="{01A93E08-1265-604B-A517-CD7F0BDDE196}">
      <dgm:prSet/>
      <dgm:spPr/>
      <dgm:t>
        <a:bodyPr/>
        <a:lstStyle/>
        <a:p>
          <a:endParaRPr lang="en-GB"/>
        </a:p>
      </dgm:t>
    </dgm:pt>
    <dgm:pt modelId="{1C219982-CD3C-194A-A951-670FAAF65B31}" type="sibTrans" cxnId="{01A93E08-1265-604B-A517-CD7F0BDDE196}">
      <dgm:prSet/>
      <dgm:spPr/>
      <dgm:t>
        <a:bodyPr/>
        <a:lstStyle/>
        <a:p>
          <a:endParaRPr lang="en-GB"/>
        </a:p>
      </dgm:t>
    </dgm:pt>
    <dgm:pt modelId="{EFEFEEB0-A4A4-F048-A285-2B1BB04E3E54}">
      <dgm:prSet phldrT="[Text]"/>
      <dgm:spPr/>
      <dgm:t>
        <a:bodyPr/>
        <a:lstStyle/>
        <a:p>
          <a:r>
            <a:rPr lang="en-GB" dirty="0"/>
            <a:t>Retain Loss ↓: Performance we want to preserve</a:t>
          </a:r>
        </a:p>
      </dgm:t>
    </dgm:pt>
    <dgm:pt modelId="{2EF70654-8317-1E41-8255-EDB13952C087}" type="parTrans" cxnId="{78935950-D21A-584F-86A2-1253FEE906CA}">
      <dgm:prSet/>
      <dgm:spPr/>
      <dgm:t>
        <a:bodyPr/>
        <a:lstStyle/>
        <a:p>
          <a:endParaRPr lang="en-GB"/>
        </a:p>
      </dgm:t>
    </dgm:pt>
    <dgm:pt modelId="{DC53F6DA-593D-6A48-B4C0-7A609F5E438C}" type="sibTrans" cxnId="{78935950-D21A-584F-86A2-1253FEE906CA}">
      <dgm:prSet/>
      <dgm:spPr/>
      <dgm:t>
        <a:bodyPr/>
        <a:lstStyle/>
        <a:p>
          <a:endParaRPr lang="en-GB"/>
        </a:p>
      </dgm:t>
    </dgm:pt>
    <dgm:pt modelId="{12105AF0-48A9-A240-A0DA-CA65F1430ADA}">
      <dgm:prSet phldrT="[Text]"/>
      <dgm:spPr/>
      <dgm:t>
        <a:bodyPr/>
        <a:lstStyle/>
        <a:p>
          <a:r>
            <a:rPr lang="en-GB" dirty="0"/>
            <a:t>Gradient Difference Objective</a:t>
          </a:r>
        </a:p>
      </dgm:t>
    </dgm:pt>
    <dgm:pt modelId="{F4D7BD4E-CD63-5142-A0EB-DF15296055D2}" type="parTrans" cxnId="{BB0F69FE-A023-9145-89D3-30FFA3D36639}">
      <dgm:prSet/>
      <dgm:spPr/>
      <dgm:t>
        <a:bodyPr/>
        <a:lstStyle/>
        <a:p>
          <a:endParaRPr lang="en-GB"/>
        </a:p>
      </dgm:t>
    </dgm:pt>
    <dgm:pt modelId="{9CF324B2-1EB2-DB4C-9523-F161FC84C216}" type="sibTrans" cxnId="{BB0F69FE-A023-9145-89D3-30FFA3D36639}">
      <dgm:prSet/>
      <dgm:spPr/>
      <dgm:t>
        <a:bodyPr/>
        <a:lstStyle/>
        <a:p>
          <a:endParaRPr lang="en-GB"/>
        </a:p>
      </dgm:t>
    </dgm:pt>
    <dgm:pt modelId="{39D7F085-C546-FA4E-AE04-2148ED8CD97E}">
      <dgm:prSet phldrT="[Text]"/>
      <dgm:spPr/>
      <dgm:t>
        <a:bodyPr/>
        <a:lstStyle/>
        <a:p>
          <a:r>
            <a:rPr lang="en-GB" dirty="0"/>
            <a:t>Backpropagation</a:t>
          </a:r>
        </a:p>
      </dgm:t>
    </dgm:pt>
    <dgm:pt modelId="{34616923-A92B-454F-A9C1-E35B0BFFEA95}" type="parTrans" cxnId="{DCAF3C9F-8518-6944-98CA-445256EF48B9}">
      <dgm:prSet/>
      <dgm:spPr/>
      <dgm:t>
        <a:bodyPr/>
        <a:lstStyle/>
        <a:p>
          <a:endParaRPr lang="en-GB"/>
        </a:p>
      </dgm:t>
    </dgm:pt>
    <dgm:pt modelId="{9C54F291-D0CB-6543-B9FA-75462786074C}" type="sibTrans" cxnId="{DCAF3C9F-8518-6944-98CA-445256EF48B9}">
      <dgm:prSet/>
      <dgm:spPr/>
      <dgm:t>
        <a:bodyPr/>
        <a:lstStyle/>
        <a:p>
          <a:endParaRPr lang="en-GB"/>
        </a:p>
      </dgm:t>
    </dgm:pt>
    <dgm:pt modelId="{4DC4A23F-8F95-CD49-85B9-940F147D0943}">
      <dgm:prSet phldrT="[Text]"/>
      <dgm:spPr/>
      <dgm:t>
        <a:bodyPr/>
        <a:lstStyle/>
        <a:p>
          <a:r>
            <a:rPr lang="en-GB" dirty="0"/>
            <a:t>Preserve Retain behaviour while pushing away from Forget </a:t>
          </a:r>
          <a:r>
            <a:rPr lang="en-GB" dirty="0" err="1"/>
            <a:t>dara</a:t>
          </a:r>
          <a:endParaRPr lang="en-GB" dirty="0"/>
        </a:p>
      </dgm:t>
    </dgm:pt>
    <dgm:pt modelId="{D4537AA8-2F92-9F4D-BB89-6A078E889F7B}" type="parTrans" cxnId="{777014E0-4A47-E54E-B3E0-E60A5A73B609}">
      <dgm:prSet/>
      <dgm:spPr/>
      <dgm:t>
        <a:bodyPr/>
        <a:lstStyle/>
        <a:p>
          <a:endParaRPr lang="en-GB"/>
        </a:p>
      </dgm:t>
    </dgm:pt>
    <dgm:pt modelId="{A7D8B737-D111-2546-A5F1-4E74444BDFC4}" type="sibTrans" cxnId="{777014E0-4A47-E54E-B3E0-E60A5A73B609}">
      <dgm:prSet/>
      <dgm:spPr/>
      <dgm:t>
        <a:bodyPr/>
        <a:lstStyle/>
        <a:p>
          <a:endParaRPr lang="en-GB"/>
        </a:p>
      </dgm:t>
    </dgm:pt>
    <dgm:pt modelId="{614B7B40-E20D-2442-B473-BF7A577147F8}">
      <dgm:prSet phldrT="[Text]"/>
      <dgm:spPr/>
      <dgm:t>
        <a:bodyPr/>
        <a:lstStyle/>
        <a:p>
          <a:r>
            <a:rPr lang="en-GB" dirty="0"/>
            <a:t>Gradient Difference Model</a:t>
          </a:r>
        </a:p>
      </dgm:t>
    </dgm:pt>
    <dgm:pt modelId="{94360350-F770-B141-9CB0-64ED387C66AB}" type="parTrans" cxnId="{7B779FDA-995F-E147-8032-11663AC558C9}">
      <dgm:prSet/>
      <dgm:spPr/>
      <dgm:t>
        <a:bodyPr/>
        <a:lstStyle/>
        <a:p>
          <a:endParaRPr lang="en-GB"/>
        </a:p>
      </dgm:t>
    </dgm:pt>
    <dgm:pt modelId="{DABEE69F-B3C5-CF44-A7F2-02EE30B6A8B3}" type="sibTrans" cxnId="{7B779FDA-995F-E147-8032-11663AC558C9}">
      <dgm:prSet/>
      <dgm:spPr/>
      <dgm:t>
        <a:bodyPr/>
        <a:lstStyle/>
        <a:p>
          <a:endParaRPr lang="en-GB"/>
        </a:p>
      </dgm:t>
    </dgm:pt>
    <dgm:pt modelId="{C422DD93-FD6F-0D4E-A16C-EA9DEE8507B8}">
      <dgm:prSet/>
      <dgm:spPr/>
      <dgm:t>
        <a:bodyPr/>
        <a:lstStyle/>
        <a:p>
          <a:r>
            <a:rPr lang="en-GB" dirty="0"/>
            <a:t>Retain Loss - Forget Loss</a:t>
          </a:r>
        </a:p>
      </dgm:t>
    </dgm:pt>
    <dgm:pt modelId="{E9E18CC0-790F-3A44-9D9A-9FFAA14FE68C}" type="parTrans" cxnId="{BC2B0881-D513-CA4D-AE4D-B5564F9BCB45}">
      <dgm:prSet/>
      <dgm:spPr/>
      <dgm:t>
        <a:bodyPr/>
        <a:lstStyle/>
        <a:p>
          <a:endParaRPr lang="en-GB"/>
        </a:p>
      </dgm:t>
    </dgm:pt>
    <dgm:pt modelId="{4B610E2C-3CFD-BE46-8F99-6C8FE0919CBD}" type="sibTrans" cxnId="{BC2B0881-D513-CA4D-AE4D-B5564F9BCB45}">
      <dgm:prSet/>
      <dgm:spPr/>
      <dgm:t>
        <a:bodyPr/>
        <a:lstStyle/>
        <a:p>
          <a:endParaRPr lang="en-GB"/>
        </a:p>
      </dgm:t>
    </dgm:pt>
    <dgm:pt modelId="{3CB4F072-FB3C-3C48-99E4-637596CDE6D6}">
      <dgm:prSet/>
      <dgm:spPr/>
      <dgm:t>
        <a:bodyPr/>
        <a:lstStyle/>
        <a:p>
          <a:r>
            <a:rPr lang="en-GB" dirty="0"/>
            <a:t>Forget Loss ↑: Influence we want to reduce</a:t>
          </a:r>
        </a:p>
      </dgm:t>
    </dgm:pt>
    <dgm:pt modelId="{DF0650B7-ACAA-2540-A199-153415E52B7E}" type="parTrans" cxnId="{D8BE734F-1CDD-A04B-8FF8-AC801168D7A6}">
      <dgm:prSet/>
      <dgm:spPr/>
      <dgm:t>
        <a:bodyPr/>
        <a:lstStyle/>
        <a:p>
          <a:endParaRPr lang="en-GB"/>
        </a:p>
      </dgm:t>
    </dgm:pt>
    <dgm:pt modelId="{699A5CD9-C3C1-6A43-8E23-B75543381518}" type="sibTrans" cxnId="{D8BE734F-1CDD-A04B-8FF8-AC801168D7A6}">
      <dgm:prSet/>
      <dgm:spPr/>
      <dgm:t>
        <a:bodyPr/>
        <a:lstStyle/>
        <a:p>
          <a:endParaRPr lang="en-GB"/>
        </a:p>
      </dgm:t>
    </dgm:pt>
    <dgm:pt modelId="{8B3FD21C-38CC-664A-91BA-627BBF4D6152}">
      <dgm:prSet phldrT="[Text]"/>
      <dgm:spPr/>
      <dgm:t>
        <a:bodyPr/>
        <a:lstStyle/>
        <a:p>
          <a:r>
            <a:rPr lang="en-GB" dirty="0"/>
            <a:t>Update Existing Model Weights</a:t>
          </a:r>
        </a:p>
      </dgm:t>
    </dgm:pt>
    <dgm:pt modelId="{8FFEF7CC-EF31-214D-B238-C384FAA27780}" type="parTrans" cxnId="{B4F6FFA3-D0DD-2D44-B0B3-8B6439C3F8E8}">
      <dgm:prSet/>
      <dgm:spPr/>
      <dgm:t>
        <a:bodyPr/>
        <a:lstStyle/>
        <a:p>
          <a:endParaRPr lang="en-GB"/>
        </a:p>
      </dgm:t>
    </dgm:pt>
    <dgm:pt modelId="{1670B2A3-FC64-1342-BBBA-6C5ED733BEAA}" type="sibTrans" cxnId="{B4F6FFA3-D0DD-2D44-B0B3-8B6439C3F8E8}">
      <dgm:prSet/>
      <dgm:spPr/>
      <dgm:t>
        <a:bodyPr/>
        <a:lstStyle/>
        <a:p>
          <a:endParaRPr lang="en-GB"/>
        </a:p>
      </dgm:t>
    </dgm:pt>
    <dgm:pt modelId="{D24C3686-D02F-6545-A87F-A28B9936E1BB}" type="pres">
      <dgm:prSet presAssocID="{AD3B2F43-C040-C34E-8519-330FCB5535B4}" presName="linearFlow" presStyleCnt="0">
        <dgm:presLayoutVars>
          <dgm:resizeHandles val="exact"/>
        </dgm:presLayoutVars>
      </dgm:prSet>
      <dgm:spPr/>
    </dgm:pt>
    <dgm:pt modelId="{8E10704D-BD29-1844-9187-4A264758386F}" type="pres">
      <dgm:prSet presAssocID="{6CB316C9-68BB-1B48-85B2-7CE97651ACFA}" presName="node" presStyleLbl="node1" presStyleIdx="0" presStyleCnt="9">
        <dgm:presLayoutVars>
          <dgm:bulletEnabled val="1"/>
        </dgm:presLayoutVars>
      </dgm:prSet>
      <dgm:spPr/>
    </dgm:pt>
    <dgm:pt modelId="{DF66C4E6-9187-C346-BB65-F94CF9AFC47C}" type="pres">
      <dgm:prSet presAssocID="{6B9668FB-D633-B145-9914-8174E190BD13}" presName="sibTrans" presStyleLbl="sibTrans2D1" presStyleIdx="0" presStyleCnt="8"/>
      <dgm:spPr/>
    </dgm:pt>
    <dgm:pt modelId="{F7E1308D-6E93-2C4A-B1C9-1BF49611CE1C}" type="pres">
      <dgm:prSet presAssocID="{6B9668FB-D633-B145-9914-8174E190BD13}" presName="connectorText" presStyleLbl="sibTrans2D1" presStyleIdx="0" presStyleCnt="8"/>
      <dgm:spPr/>
    </dgm:pt>
    <dgm:pt modelId="{9EFC4953-0E45-184E-AFB7-4C0D20287E34}" type="pres">
      <dgm:prSet presAssocID="{B2EA3162-D37A-E744-A829-4AA4D39168E1}" presName="node" presStyleLbl="node1" presStyleIdx="1" presStyleCnt="9">
        <dgm:presLayoutVars>
          <dgm:bulletEnabled val="1"/>
        </dgm:presLayoutVars>
      </dgm:prSet>
      <dgm:spPr/>
    </dgm:pt>
    <dgm:pt modelId="{238FA705-DAEA-494F-BCB4-879DCDC03C06}" type="pres">
      <dgm:prSet presAssocID="{F53F43F0-2CC4-AD4F-87FB-4E1375D8F985}" presName="sibTrans" presStyleLbl="sibTrans2D1" presStyleIdx="1" presStyleCnt="8"/>
      <dgm:spPr/>
    </dgm:pt>
    <dgm:pt modelId="{2805CEE8-FE67-7446-9A53-0C49C437161E}" type="pres">
      <dgm:prSet presAssocID="{F53F43F0-2CC4-AD4F-87FB-4E1375D8F985}" presName="connectorText" presStyleLbl="sibTrans2D1" presStyleIdx="1" presStyleCnt="8"/>
      <dgm:spPr/>
    </dgm:pt>
    <dgm:pt modelId="{32192C23-92D1-9544-B56E-29346257A4EF}" type="pres">
      <dgm:prSet presAssocID="{3AF5311E-95E8-8348-BCBB-F9E89C86BA06}" presName="node" presStyleLbl="node1" presStyleIdx="2" presStyleCnt="9">
        <dgm:presLayoutVars>
          <dgm:bulletEnabled val="1"/>
        </dgm:presLayoutVars>
      </dgm:prSet>
      <dgm:spPr/>
    </dgm:pt>
    <dgm:pt modelId="{682B2EE5-0726-154E-9AD3-3DA43FB7B5C2}" type="pres">
      <dgm:prSet presAssocID="{FDFD1514-9613-324C-964F-008259C49B31}" presName="sibTrans" presStyleLbl="sibTrans2D1" presStyleIdx="2" presStyleCnt="8"/>
      <dgm:spPr/>
    </dgm:pt>
    <dgm:pt modelId="{C6A4D316-42EA-5F43-84F6-A90C5F526D79}" type="pres">
      <dgm:prSet presAssocID="{FDFD1514-9613-324C-964F-008259C49B31}" presName="connectorText" presStyleLbl="sibTrans2D1" presStyleIdx="2" presStyleCnt="8"/>
      <dgm:spPr/>
    </dgm:pt>
    <dgm:pt modelId="{D91C9FCF-D134-6947-89C0-D029CAD1604E}" type="pres">
      <dgm:prSet presAssocID="{53BCBB1D-E836-514C-B718-BFF95E24B6C7}" presName="node" presStyleLbl="node1" presStyleIdx="3" presStyleCnt="9">
        <dgm:presLayoutVars>
          <dgm:bulletEnabled val="1"/>
        </dgm:presLayoutVars>
      </dgm:prSet>
      <dgm:spPr/>
    </dgm:pt>
    <dgm:pt modelId="{292A5943-DBE0-B940-86CC-6970674EA94C}" type="pres">
      <dgm:prSet presAssocID="{C2FD17F5-533E-1446-B78C-31B86050B46A}" presName="sibTrans" presStyleLbl="sibTrans2D1" presStyleIdx="3" presStyleCnt="8"/>
      <dgm:spPr/>
    </dgm:pt>
    <dgm:pt modelId="{AB4B8D8A-C4BA-CE42-AA57-E30061651D07}" type="pres">
      <dgm:prSet presAssocID="{C2FD17F5-533E-1446-B78C-31B86050B46A}" presName="connectorText" presStyleLbl="sibTrans2D1" presStyleIdx="3" presStyleCnt="8"/>
      <dgm:spPr/>
    </dgm:pt>
    <dgm:pt modelId="{134673F3-D335-B445-B6C8-38C4EEFC90D1}" type="pres">
      <dgm:prSet presAssocID="{AC36F206-4001-5648-BDD1-8CA87DDCC808}" presName="node" presStyleLbl="node1" presStyleIdx="4" presStyleCnt="9">
        <dgm:presLayoutVars>
          <dgm:bulletEnabled val="1"/>
        </dgm:presLayoutVars>
      </dgm:prSet>
      <dgm:spPr/>
    </dgm:pt>
    <dgm:pt modelId="{6546948D-D692-5448-B2FB-D2665954F4CE}" type="pres">
      <dgm:prSet presAssocID="{1C219982-CD3C-194A-A951-670FAAF65B31}" presName="sibTrans" presStyleLbl="sibTrans2D1" presStyleIdx="4" presStyleCnt="8"/>
      <dgm:spPr/>
    </dgm:pt>
    <dgm:pt modelId="{8158E85F-E08A-E244-8315-F74F2939C98E}" type="pres">
      <dgm:prSet presAssocID="{1C219982-CD3C-194A-A951-670FAAF65B31}" presName="connectorText" presStyleLbl="sibTrans2D1" presStyleIdx="4" presStyleCnt="8"/>
      <dgm:spPr/>
    </dgm:pt>
    <dgm:pt modelId="{E246F06C-E801-374A-B344-7508F7CBDC5E}" type="pres">
      <dgm:prSet presAssocID="{12105AF0-48A9-A240-A0DA-CA65F1430ADA}" presName="node" presStyleLbl="node1" presStyleIdx="5" presStyleCnt="9">
        <dgm:presLayoutVars>
          <dgm:bulletEnabled val="1"/>
        </dgm:presLayoutVars>
      </dgm:prSet>
      <dgm:spPr/>
    </dgm:pt>
    <dgm:pt modelId="{069F8117-97E5-FB4C-A2E5-FA803FA3E14E}" type="pres">
      <dgm:prSet presAssocID="{9CF324B2-1EB2-DB4C-9523-F161FC84C216}" presName="sibTrans" presStyleLbl="sibTrans2D1" presStyleIdx="5" presStyleCnt="8"/>
      <dgm:spPr/>
    </dgm:pt>
    <dgm:pt modelId="{8CC194F3-B1BE-FC44-A924-84075911D2E1}" type="pres">
      <dgm:prSet presAssocID="{9CF324B2-1EB2-DB4C-9523-F161FC84C216}" presName="connectorText" presStyleLbl="sibTrans2D1" presStyleIdx="5" presStyleCnt="8"/>
      <dgm:spPr/>
    </dgm:pt>
    <dgm:pt modelId="{310B0D8B-0F03-A44C-AF16-B40813C93AC6}" type="pres">
      <dgm:prSet presAssocID="{39D7F085-C546-FA4E-AE04-2148ED8CD97E}" presName="node" presStyleLbl="node1" presStyleIdx="6" presStyleCnt="9">
        <dgm:presLayoutVars>
          <dgm:bulletEnabled val="1"/>
        </dgm:presLayoutVars>
      </dgm:prSet>
      <dgm:spPr/>
    </dgm:pt>
    <dgm:pt modelId="{71486F0B-E993-1C4B-BD99-BB282ACDDAD9}" type="pres">
      <dgm:prSet presAssocID="{9C54F291-D0CB-6543-B9FA-75462786074C}" presName="sibTrans" presStyleLbl="sibTrans2D1" presStyleIdx="6" presStyleCnt="8"/>
      <dgm:spPr/>
    </dgm:pt>
    <dgm:pt modelId="{87F0531F-9E07-D540-97EB-06830208B271}" type="pres">
      <dgm:prSet presAssocID="{9C54F291-D0CB-6543-B9FA-75462786074C}" presName="connectorText" presStyleLbl="sibTrans2D1" presStyleIdx="6" presStyleCnt="8"/>
      <dgm:spPr/>
    </dgm:pt>
    <dgm:pt modelId="{D4C31976-5373-CA4F-92EC-CB4837FC6497}" type="pres">
      <dgm:prSet presAssocID="{8B3FD21C-38CC-664A-91BA-627BBF4D6152}" presName="node" presStyleLbl="node1" presStyleIdx="7" presStyleCnt="9">
        <dgm:presLayoutVars>
          <dgm:bulletEnabled val="1"/>
        </dgm:presLayoutVars>
      </dgm:prSet>
      <dgm:spPr/>
    </dgm:pt>
    <dgm:pt modelId="{195CE0AF-1214-CD48-AFEF-750B4AFCB4C2}" type="pres">
      <dgm:prSet presAssocID="{1670B2A3-FC64-1342-BBBA-6C5ED733BEAA}" presName="sibTrans" presStyleLbl="sibTrans2D1" presStyleIdx="7" presStyleCnt="8"/>
      <dgm:spPr/>
    </dgm:pt>
    <dgm:pt modelId="{B3237F22-16AC-3948-B45D-95ED5C7DCE89}" type="pres">
      <dgm:prSet presAssocID="{1670B2A3-FC64-1342-BBBA-6C5ED733BEAA}" presName="connectorText" presStyleLbl="sibTrans2D1" presStyleIdx="7" presStyleCnt="8"/>
      <dgm:spPr/>
    </dgm:pt>
    <dgm:pt modelId="{509C97E8-6B9E-E342-AB72-F3198E200311}" type="pres">
      <dgm:prSet presAssocID="{614B7B40-E20D-2442-B473-BF7A577147F8}" presName="node" presStyleLbl="node1" presStyleIdx="8" presStyleCnt="9">
        <dgm:presLayoutVars>
          <dgm:bulletEnabled val="1"/>
        </dgm:presLayoutVars>
      </dgm:prSet>
      <dgm:spPr/>
    </dgm:pt>
  </dgm:ptLst>
  <dgm:cxnLst>
    <dgm:cxn modelId="{01A93E08-1265-604B-A517-CD7F0BDDE196}" srcId="{AD3B2F43-C040-C34E-8519-330FCB5535B4}" destId="{AC36F206-4001-5648-BDD1-8CA87DDCC808}" srcOrd="4" destOrd="0" parTransId="{1782AA75-0F22-1449-A132-A38C770D1DC3}" sibTransId="{1C219982-CD3C-194A-A951-670FAAF65B31}"/>
    <dgm:cxn modelId="{7349360A-32FA-7F42-86D3-3DB9289D4271}" type="presOf" srcId="{3571C53B-E922-1946-AEE3-82B38CB54741}" destId="{D91C9FCF-D134-6947-89C0-D029CAD1604E}" srcOrd="0" destOrd="1" presId="urn:microsoft.com/office/officeart/2005/8/layout/process2"/>
    <dgm:cxn modelId="{A2F5EC12-9F18-CD48-BBBE-4662366B44BC}" type="presOf" srcId="{3CB4F072-FB3C-3C48-99E4-637596CDE6D6}" destId="{134673F3-D335-B445-B6C8-38C4EEFC90D1}" srcOrd="0" destOrd="2" presId="urn:microsoft.com/office/officeart/2005/8/layout/process2"/>
    <dgm:cxn modelId="{2BBE911B-7DF6-6A40-A2C6-CC402C13132C}" type="presOf" srcId="{9CF324B2-1EB2-DB4C-9523-F161FC84C216}" destId="{069F8117-97E5-FB4C-A2E5-FA803FA3E14E}" srcOrd="0" destOrd="0" presId="urn:microsoft.com/office/officeart/2005/8/layout/process2"/>
    <dgm:cxn modelId="{A4D6E929-D7CF-D44B-8FDB-4F9A8277FA3A}" type="presOf" srcId="{C2FD17F5-533E-1446-B78C-31B86050B46A}" destId="{AB4B8D8A-C4BA-CE42-AA57-E30061651D07}" srcOrd="1" destOrd="0" presId="urn:microsoft.com/office/officeart/2005/8/layout/process2"/>
    <dgm:cxn modelId="{A40AD92E-A6A4-1A43-949F-84054427F125}" type="presOf" srcId="{9CF324B2-1EB2-DB4C-9523-F161FC84C216}" destId="{8CC194F3-B1BE-FC44-A924-84075911D2E1}" srcOrd="1" destOrd="0" presId="urn:microsoft.com/office/officeart/2005/8/layout/process2"/>
    <dgm:cxn modelId="{F9334038-D852-B743-9D60-EF0D1B87E687}" type="presOf" srcId="{4DC4A23F-8F95-CD49-85B9-940F147D0943}" destId="{D4C31976-5373-CA4F-92EC-CB4837FC6497}" srcOrd="0" destOrd="1" presId="urn:microsoft.com/office/officeart/2005/8/layout/process2"/>
    <dgm:cxn modelId="{47605D3C-242D-A544-8E3C-BCF94F2FCEE0}" srcId="{AD3B2F43-C040-C34E-8519-330FCB5535B4}" destId="{B2EA3162-D37A-E744-A829-4AA4D39168E1}" srcOrd="1" destOrd="0" parTransId="{74E7DBC9-9C7B-1F4A-87F0-011ACC1CDD5D}" sibTransId="{F53F43F0-2CC4-AD4F-87FB-4E1375D8F985}"/>
    <dgm:cxn modelId="{292C9440-D970-E941-9C17-A392BEBAE12E}" type="presOf" srcId="{1670B2A3-FC64-1342-BBBA-6C5ED733BEAA}" destId="{195CE0AF-1214-CD48-AFEF-750B4AFCB4C2}" srcOrd="0" destOrd="0" presId="urn:microsoft.com/office/officeart/2005/8/layout/process2"/>
    <dgm:cxn modelId="{7FFBE248-F137-774D-BD5C-FF86F8C696FE}" type="presOf" srcId="{9C54F291-D0CB-6543-B9FA-75462786074C}" destId="{71486F0B-E993-1C4B-BD99-BB282ACDDAD9}" srcOrd="0" destOrd="0" presId="urn:microsoft.com/office/officeart/2005/8/layout/process2"/>
    <dgm:cxn modelId="{90CB814B-D32A-8E4B-B94A-821EBF7B433C}" type="presOf" srcId="{B1973483-F63E-A546-8B71-D53D970840EE}" destId="{8E10704D-BD29-1844-9187-4A264758386F}" srcOrd="0" destOrd="1" presId="urn:microsoft.com/office/officeart/2005/8/layout/process2"/>
    <dgm:cxn modelId="{D8BE734F-1CDD-A04B-8FF8-AC801168D7A6}" srcId="{AC36F206-4001-5648-BDD1-8CA87DDCC808}" destId="{3CB4F072-FB3C-3C48-99E4-637596CDE6D6}" srcOrd="1" destOrd="0" parTransId="{DF0650B7-ACAA-2540-A199-153415E52B7E}" sibTransId="{699A5CD9-C3C1-6A43-8E23-B75543381518}"/>
    <dgm:cxn modelId="{78935950-D21A-584F-86A2-1253FEE906CA}" srcId="{AC36F206-4001-5648-BDD1-8CA87DDCC808}" destId="{EFEFEEB0-A4A4-F048-A285-2B1BB04E3E54}" srcOrd="0" destOrd="0" parTransId="{2EF70654-8317-1E41-8255-EDB13952C087}" sibTransId="{DC53F6DA-593D-6A48-B4C0-7A609F5E438C}"/>
    <dgm:cxn modelId="{F1A66F5A-B792-264A-99BD-076E690334A7}" type="presOf" srcId="{A9A75D62-6A7E-A74D-B1D3-A6F4A97E95B2}" destId="{32192C23-92D1-9544-B56E-29346257A4EF}" srcOrd="0" destOrd="1" presId="urn:microsoft.com/office/officeart/2005/8/layout/process2"/>
    <dgm:cxn modelId="{3CE47D64-845B-D44D-A822-F77740BB393B}" type="presOf" srcId="{12105AF0-48A9-A240-A0DA-CA65F1430ADA}" destId="{E246F06C-E801-374A-B344-7508F7CBDC5E}" srcOrd="0" destOrd="0" presId="urn:microsoft.com/office/officeart/2005/8/layout/process2"/>
    <dgm:cxn modelId="{23607365-13ED-3A4B-9BD3-EEC0FAC19BC7}" type="presOf" srcId="{B2EA3162-D37A-E744-A829-4AA4D39168E1}" destId="{9EFC4953-0E45-184E-AFB7-4C0D20287E34}" srcOrd="0" destOrd="0" presId="urn:microsoft.com/office/officeart/2005/8/layout/process2"/>
    <dgm:cxn modelId="{8538286B-EA3F-834A-A9B8-2508D2F6F312}" type="presOf" srcId="{3AF5311E-95E8-8348-BCBB-F9E89C86BA06}" destId="{32192C23-92D1-9544-B56E-29346257A4EF}" srcOrd="0" destOrd="0" presId="urn:microsoft.com/office/officeart/2005/8/layout/process2"/>
    <dgm:cxn modelId="{A1F74F6B-249E-2049-8B45-04784345D1A6}" type="presOf" srcId="{1670B2A3-FC64-1342-BBBA-6C5ED733BEAA}" destId="{B3237F22-16AC-3948-B45D-95ED5C7DCE89}" srcOrd="1" destOrd="0" presId="urn:microsoft.com/office/officeart/2005/8/layout/process2"/>
    <dgm:cxn modelId="{37B01A6D-6148-FB4C-8FB4-AF5726B782E5}" srcId="{3AF5311E-95E8-8348-BCBB-F9E89C86BA06}" destId="{A9A75D62-6A7E-A74D-B1D3-A6F4A97E95B2}" srcOrd="0" destOrd="0" parTransId="{A0560115-44F5-8F43-BD69-A7479248BA5D}" sibTransId="{4CAD833F-939A-C94D-9D63-3D4451A36F58}"/>
    <dgm:cxn modelId="{F4A0B66F-A11D-D944-8161-E3A15E49CDD0}" type="presOf" srcId="{6B9668FB-D633-B145-9914-8174E190BD13}" destId="{DF66C4E6-9187-C346-BB65-F94CF9AFC47C}" srcOrd="0" destOrd="0" presId="urn:microsoft.com/office/officeart/2005/8/layout/process2"/>
    <dgm:cxn modelId="{42543C73-0B3F-024C-8385-53C510F132B7}" type="presOf" srcId="{F53F43F0-2CC4-AD4F-87FB-4E1375D8F985}" destId="{2805CEE8-FE67-7446-9A53-0C49C437161E}" srcOrd="1" destOrd="0" presId="urn:microsoft.com/office/officeart/2005/8/layout/process2"/>
    <dgm:cxn modelId="{927CA073-A956-E04E-B197-88F515BF1B26}" type="presOf" srcId="{1C219982-CD3C-194A-A951-670FAAF65B31}" destId="{8158E85F-E08A-E244-8315-F74F2939C98E}" srcOrd="1" destOrd="0" presId="urn:microsoft.com/office/officeart/2005/8/layout/process2"/>
    <dgm:cxn modelId="{C5FD2080-C25C-A049-8F9E-2F8938E3AA6B}" srcId="{53BCBB1D-E836-514C-B718-BFF95E24B6C7}" destId="{3571C53B-E922-1946-AEE3-82B38CB54741}" srcOrd="0" destOrd="0" parTransId="{C1D6E7EB-10AA-2E4E-8969-08E5A721C501}" sibTransId="{AF92D911-2634-454E-B5E9-D7B42168FA84}"/>
    <dgm:cxn modelId="{BC2B0881-D513-CA4D-AE4D-B5564F9BCB45}" srcId="{12105AF0-48A9-A240-A0DA-CA65F1430ADA}" destId="{C422DD93-FD6F-0D4E-A16C-EA9DEE8507B8}" srcOrd="0" destOrd="0" parTransId="{E9E18CC0-790F-3A44-9D9A-9FFAA14FE68C}" sibTransId="{4B610E2C-3CFD-BE46-8F99-6C8FE0919CBD}"/>
    <dgm:cxn modelId="{2B8C3986-4B50-5A44-8D57-766C22BEB3D1}" type="presOf" srcId="{FDFD1514-9613-324C-964F-008259C49B31}" destId="{C6A4D316-42EA-5F43-84F6-A90C5F526D79}" srcOrd="1" destOrd="0" presId="urn:microsoft.com/office/officeart/2005/8/layout/process2"/>
    <dgm:cxn modelId="{5101A18A-6EEC-0747-AD79-7E3B2B0E1294}" type="presOf" srcId="{C422DD93-FD6F-0D4E-A16C-EA9DEE8507B8}" destId="{E246F06C-E801-374A-B344-7508F7CBDC5E}" srcOrd="0" destOrd="1" presId="urn:microsoft.com/office/officeart/2005/8/layout/process2"/>
    <dgm:cxn modelId="{BE30488D-61D6-7442-AA7F-E243EEFC9F78}" type="presOf" srcId="{9C54F291-D0CB-6543-B9FA-75462786074C}" destId="{87F0531F-9E07-D540-97EB-06830208B271}" srcOrd="1" destOrd="0" presId="urn:microsoft.com/office/officeart/2005/8/layout/process2"/>
    <dgm:cxn modelId="{1D2A2296-A326-E84D-9F18-50735872EF1C}" type="presOf" srcId="{AC36F206-4001-5648-BDD1-8CA87DDCC808}" destId="{134673F3-D335-B445-B6C8-38C4EEFC90D1}" srcOrd="0" destOrd="0" presId="urn:microsoft.com/office/officeart/2005/8/layout/process2"/>
    <dgm:cxn modelId="{617E0197-5FD3-884F-ADD2-D95AB046A7C8}" srcId="{AD3B2F43-C040-C34E-8519-330FCB5535B4}" destId="{3AF5311E-95E8-8348-BCBB-F9E89C86BA06}" srcOrd="2" destOrd="0" parTransId="{DA090B4A-9459-0340-8DE6-D5F07190142F}" sibTransId="{FDFD1514-9613-324C-964F-008259C49B31}"/>
    <dgm:cxn modelId="{DCAF3C9F-8518-6944-98CA-445256EF48B9}" srcId="{AD3B2F43-C040-C34E-8519-330FCB5535B4}" destId="{39D7F085-C546-FA4E-AE04-2148ED8CD97E}" srcOrd="6" destOrd="0" parTransId="{34616923-A92B-454F-A9C1-E35B0BFFEA95}" sibTransId="{9C54F291-D0CB-6543-B9FA-75462786074C}"/>
    <dgm:cxn modelId="{B4F6FFA3-D0DD-2D44-B0B3-8B6439C3F8E8}" srcId="{AD3B2F43-C040-C34E-8519-330FCB5535B4}" destId="{8B3FD21C-38CC-664A-91BA-627BBF4D6152}" srcOrd="7" destOrd="0" parTransId="{8FFEF7CC-EF31-214D-B238-C384FAA27780}" sibTransId="{1670B2A3-FC64-1342-BBBA-6C5ED733BEAA}"/>
    <dgm:cxn modelId="{366E93A8-2A9A-E547-831C-58F61030E7FE}" type="presOf" srcId="{6CB316C9-68BB-1B48-85B2-7CE97651ACFA}" destId="{8E10704D-BD29-1844-9187-4A264758386F}" srcOrd="0" destOrd="0" presId="urn:microsoft.com/office/officeart/2005/8/layout/process2"/>
    <dgm:cxn modelId="{CD231DAB-CC1F-C348-AEF1-B8E5A769E999}" type="presOf" srcId="{AD3B2F43-C040-C34E-8519-330FCB5535B4}" destId="{D24C3686-D02F-6545-A87F-A28B9936E1BB}" srcOrd="0" destOrd="0" presId="urn:microsoft.com/office/officeart/2005/8/layout/process2"/>
    <dgm:cxn modelId="{E749A1AD-907A-674D-99AA-BA9A4C35A36A}" srcId="{AD3B2F43-C040-C34E-8519-330FCB5535B4}" destId="{53BCBB1D-E836-514C-B718-BFF95E24B6C7}" srcOrd="3" destOrd="0" parTransId="{D0C5FF5B-AC85-B84F-A8C2-2CE21FA5B17A}" sibTransId="{C2FD17F5-533E-1446-B78C-31B86050B46A}"/>
    <dgm:cxn modelId="{9D5132B3-227F-A344-828C-F4868CD4E392}" type="presOf" srcId="{6B9668FB-D633-B145-9914-8174E190BD13}" destId="{F7E1308D-6E93-2C4A-B1C9-1BF49611CE1C}" srcOrd="1" destOrd="0" presId="urn:microsoft.com/office/officeart/2005/8/layout/process2"/>
    <dgm:cxn modelId="{9E04AFB5-E452-664D-932D-2D6F0DA396A8}" type="presOf" srcId="{614B7B40-E20D-2442-B473-BF7A577147F8}" destId="{509C97E8-6B9E-E342-AB72-F3198E200311}" srcOrd="0" destOrd="0" presId="urn:microsoft.com/office/officeart/2005/8/layout/process2"/>
    <dgm:cxn modelId="{77E702BA-3D8F-FE44-A34B-3BA19F46BB03}" type="presOf" srcId="{39D7F085-C546-FA4E-AE04-2148ED8CD97E}" destId="{310B0D8B-0F03-A44C-AF16-B40813C93AC6}" srcOrd="0" destOrd="0" presId="urn:microsoft.com/office/officeart/2005/8/layout/process2"/>
    <dgm:cxn modelId="{3AA564BC-52FE-FE4C-B369-451F418C6E77}" type="presOf" srcId="{C2FD17F5-533E-1446-B78C-31B86050B46A}" destId="{292A5943-DBE0-B940-86CC-6970674EA94C}" srcOrd="0" destOrd="0" presId="urn:microsoft.com/office/officeart/2005/8/layout/process2"/>
    <dgm:cxn modelId="{0A9220C1-2A8E-1942-8830-04EB80CA3746}" type="presOf" srcId="{F53F43F0-2CC4-AD4F-87FB-4E1375D8F985}" destId="{238FA705-DAEA-494F-BCB4-879DCDC03C06}" srcOrd="0" destOrd="0" presId="urn:microsoft.com/office/officeart/2005/8/layout/process2"/>
    <dgm:cxn modelId="{264EC7C6-A699-9F4A-B681-00D8CCF5BC2C}" srcId="{AD3B2F43-C040-C34E-8519-330FCB5535B4}" destId="{6CB316C9-68BB-1B48-85B2-7CE97651ACFA}" srcOrd="0" destOrd="0" parTransId="{CF680F79-8CCB-014E-BCF7-91B1FC8E4F97}" sibTransId="{6B9668FB-D633-B145-9914-8174E190BD13}"/>
    <dgm:cxn modelId="{1E4F3CD6-F08E-E84D-9B45-89994E8624EA}" type="presOf" srcId="{1C219982-CD3C-194A-A951-670FAAF65B31}" destId="{6546948D-D692-5448-B2FB-D2665954F4CE}" srcOrd="0" destOrd="0" presId="urn:microsoft.com/office/officeart/2005/8/layout/process2"/>
    <dgm:cxn modelId="{7B779FDA-995F-E147-8032-11663AC558C9}" srcId="{AD3B2F43-C040-C34E-8519-330FCB5535B4}" destId="{614B7B40-E20D-2442-B473-BF7A577147F8}" srcOrd="8" destOrd="0" parTransId="{94360350-F770-B141-9CB0-64ED387C66AB}" sibTransId="{DABEE69F-B3C5-CF44-A7F2-02EE30B6A8B3}"/>
    <dgm:cxn modelId="{25A23CDF-D162-004C-AD64-3455F8E64D38}" type="presOf" srcId="{FDFD1514-9613-324C-964F-008259C49B31}" destId="{682B2EE5-0726-154E-9AD3-3DA43FB7B5C2}" srcOrd="0" destOrd="0" presId="urn:microsoft.com/office/officeart/2005/8/layout/process2"/>
    <dgm:cxn modelId="{777014E0-4A47-E54E-B3E0-E60A5A73B609}" srcId="{8B3FD21C-38CC-664A-91BA-627BBF4D6152}" destId="{4DC4A23F-8F95-CD49-85B9-940F147D0943}" srcOrd="0" destOrd="0" parTransId="{D4537AA8-2F92-9F4D-BB89-6A078E889F7B}" sibTransId="{A7D8B737-D111-2546-A5F1-4E74444BDFC4}"/>
    <dgm:cxn modelId="{AD2D13E6-CEA9-0B47-9B15-CA40B226E1AF}" type="presOf" srcId="{EFEFEEB0-A4A4-F048-A285-2B1BB04E3E54}" destId="{134673F3-D335-B445-B6C8-38C4EEFC90D1}" srcOrd="0" destOrd="1" presId="urn:microsoft.com/office/officeart/2005/8/layout/process2"/>
    <dgm:cxn modelId="{490136F2-3FFC-5D48-B916-ED63B28BAFB7}" srcId="{6CB316C9-68BB-1B48-85B2-7CE97651ACFA}" destId="{B1973483-F63E-A546-8B71-D53D970840EE}" srcOrd="0" destOrd="0" parTransId="{0A489B92-8828-9944-AAD4-B485D31B8533}" sibTransId="{C0E53A0F-8E12-704A-B20D-103052B02D84}"/>
    <dgm:cxn modelId="{D9655DF2-E276-9945-BB5B-D3BE31CF02CC}" type="presOf" srcId="{53BCBB1D-E836-514C-B718-BFF95E24B6C7}" destId="{D91C9FCF-D134-6947-89C0-D029CAD1604E}" srcOrd="0" destOrd="0" presId="urn:microsoft.com/office/officeart/2005/8/layout/process2"/>
    <dgm:cxn modelId="{94A038F4-A58A-1F4C-A5DE-29D578C8B3CA}" type="presOf" srcId="{8B3FD21C-38CC-664A-91BA-627BBF4D6152}" destId="{D4C31976-5373-CA4F-92EC-CB4837FC6497}" srcOrd="0" destOrd="0" presId="urn:microsoft.com/office/officeart/2005/8/layout/process2"/>
    <dgm:cxn modelId="{BB0F69FE-A023-9145-89D3-30FFA3D36639}" srcId="{AD3B2F43-C040-C34E-8519-330FCB5535B4}" destId="{12105AF0-48A9-A240-A0DA-CA65F1430ADA}" srcOrd="5" destOrd="0" parTransId="{F4D7BD4E-CD63-5142-A0EB-DF15296055D2}" sibTransId="{9CF324B2-1EB2-DB4C-9523-F161FC84C216}"/>
    <dgm:cxn modelId="{F4D1CF27-B1AA-4F42-A063-5BBE3C6DB01F}" type="presParOf" srcId="{D24C3686-D02F-6545-A87F-A28B9936E1BB}" destId="{8E10704D-BD29-1844-9187-4A264758386F}" srcOrd="0" destOrd="0" presId="urn:microsoft.com/office/officeart/2005/8/layout/process2"/>
    <dgm:cxn modelId="{CCE92A69-BCE2-EE4D-92AA-ACA2A41CBDE1}" type="presParOf" srcId="{D24C3686-D02F-6545-A87F-A28B9936E1BB}" destId="{DF66C4E6-9187-C346-BB65-F94CF9AFC47C}" srcOrd="1" destOrd="0" presId="urn:microsoft.com/office/officeart/2005/8/layout/process2"/>
    <dgm:cxn modelId="{6F5BED45-CBCA-3849-BC1A-FCC8835D8760}" type="presParOf" srcId="{DF66C4E6-9187-C346-BB65-F94CF9AFC47C}" destId="{F7E1308D-6E93-2C4A-B1C9-1BF49611CE1C}" srcOrd="0" destOrd="0" presId="urn:microsoft.com/office/officeart/2005/8/layout/process2"/>
    <dgm:cxn modelId="{ADFF9AE4-10E0-2A42-AFA2-1972D6BF832A}" type="presParOf" srcId="{D24C3686-D02F-6545-A87F-A28B9936E1BB}" destId="{9EFC4953-0E45-184E-AFB7-4C0D20287E34}" srcOrd="2" destOrd="0" presId="urn:microsoft.com/office/officeart/2005/8/layout/process2"/>
    <dgm:cxn modelId="{8F5F357F-6809-CE40-B1B5-A1323524BD35}" type="presParOf" srcId="{D24C3686-D02F-6545-A87F-A28B9936E1BB}" destId="{238FA705-DAEA-494F-BCB4-879DCDC03C06}" srcOrd="3" destOrd="0" presId="urn:microsoft.com/office/officeart/2005/8/layout/process2"/>
    <dgm:cxn modelId="{356EAD56-219D-0442-9483-6DD937FEDCFD}" type="presParOf" srcId="{238FA705-DAEA-494F-BCB4-879DCDC03C06}" destId="{2805CEE8-FE67-7446-9A53-0C49C437161E}" srcOrd="0" destOrd="0" presId="urn:microsoft.com/office/officeart/2005/8/layout/process2"/>
    <dgm:cxn modelId="{C1F03C39-33AA-324E-BE5D-5563030BE8D9}" type="presParOf" srcId="{D24C3686-D02F-6545-A87F-A28B9936E1BB}" destId="{32192C23-92D1-9544-B56E-29346257A4EF}" srcOrd="4" destOrd="0" presId="urn:microsoft.com/office/officeart/2005/8/layout/process2"/>
    <dgm:cxn modelId="{1C5E2382-D4DE-D848-8F12-B455FE39F2B6}" type="presParOf" srcId="{D24C3686-D02F-6545-A87F-A28B9936E1BB}" destId="{682B2EE5-0726-154E-9AD3-3DA43FB7B5C2}" srcOrd="5" destOrd="0" presId="urn:microsoft.com/office/officeart/2005/8/layout/process2"/>
    <dgm:cxn modelId="{BE1B387C-37D1-3643-9503-67700928E0CA}" type="presParOf" srcId="{682B2EE5-0726-154E-9AD3-3DA43FB7B5C2}" destId="{C6A4D316-42EA-5F43-84F6-A90C5F526D79}" srcOrd="0" destOrd="0" presId="urn:microsoft.com/office/officeart/2005/8/layout/process2"/>
    <dgm:cxn modelId="{1FA2885D-F96A-DB4A-989A-4134F8DAB92B}" type="presParOf" srcId="{D24C3686-D02F-6545-A87F-A28B9936E1BB}" destId="{D91C9FCF-D134-6947-89C0-D029CAD1604E}" srcOrd="6" destOrd="0" presId="urn:microsoft.com/office/officeart/2005/8/layout/process2"/>
    <dgm:cxn modelId="{B2B819BD-D33F-7144-8185-E6383F9189BE}" type="presParOf" srcId="{D24C3686-D02F-6545-A87F-A28B9936E1BB}" destId="{292A5943-DBE0-B940-86CC-6970674EA94C}" srcOrd="7" destOrd="0" presId="urn:microsoft.com/office/officeart/2005/8/layout/process2"/>
    <dgm:cxn modelId="{BF9C3629-0F4A-2442-842C-A7A121845093}" type="presParOf" srcId="{292A5943-DBE0-B940-86CC-6970674EA94C}" destId="{AB4B8D8A-C4BA-CE42-AA57-E30061651D07}" srcOrd="0" destOrd="0" presId="urn:microsoft.com/office/officeart/2005/8/layout/process2"/>
    <dgm:cxn modelId="{F352B336-9EC9-1842-8B06-42555E6D7E4F}" type="presParOf" srcId="{D24C3686-D02F-6545-A87F-A28B9936E1BB}" destId="{134673F3-D335-B445-B6C8-38C4EEFC90D1}" srcOrd="8" destOrd="0" presId="urn:microsoft.com/office/officeart/2005/8/layout/process2"/>
    <dgm:cxn modelId="{9D0B2CBA-67E1-404D-BF89-49C66DD916A0}" type="presParOf" srcId="{D24C3686-D02F-6545-A87F-A28B9936E1BB}" destId="{6546948D-D692-5448-B2FB-D2665954F4CE}" srcOrd="9" destOrd="0" presId="urn:microsoft.com/office/officeart/2005/8/layout/process2"/>
    <dgm:cxn modelId="{5DFDDF1D-569C-9F41-A074-861323BB7397}" type="presParOf" srcId="{6546948D-D692-5448-B2FB-D2665954F4CE}" destId="{8158E85F-E08A-E244-8315-F74F2939C98E}" srcOrd="0" destOrd="0" presId="urn:microsoft.com/office/officeart/2005/8/layout/process2"/>
    <dgm:cxn modelId="{1871E912-3F45-4341-8E81-FEAC64DE9FC8}" type="presParOf" srcId="{D24C3686-D02F-6545-A87F-A28B9936E1BB}" destId="{E246F06C-E801-374A-B344-7508F7CBDC5E}" srcOrd="10" destOrd="0" presId="urn:microsoft.com/office/officeart/2005/8/layout/process2"/>
    <dgm:cxn modelId="{985F556F-CB24-F940-887B-B426BCD5928B}" type="presParOf" srcId="{D24C3686-D02F-6545-A87F-A28B9936E1BB}" destId="{069F8117-97E5-FB4C-A2E5-FA803FA3E14E}" srcOrd="11" destOrd="0" presId="urn:microsoft.com/office/officeart/2005/8/layout/process2"/>
    <dgm:cxn modelId="{A5DEF3B1-A8FC-144F-8545-20DD3EC8D962}" type="presParOf" srcId="{069F8117-97E5-FB4C-A2E5-FA803FA3E14E}" destId="{8CC194F3-B1BE-FC44-A924-84075911D2E1}" srcOrd="0" destOrd="0" presId="urn:microsoft.com/office/officeart/2005/8/layout/process2"/>
    <dgm:cxn modelId="{B152ADFB-F2A3-7D4A-9DA9-7142C889AF6F}" type="presParOf" srcId="{D24C3686-D02F-6545-A87F-A28B9936E1BB}" destId="{310B0D8B-0F03-A44C-AF16-B40813C93AC6}" srcOrd="12" destOrd="0" presId="urn:microsoft.com/office/officeart/2005/8/layout/process2"/>
    <dgm:cxn modelId="{403DC43E-3F0D-F742-9FB0-1589211DEC46}" type="presParOf" srcId="{D24C3686-D02F-6545-A87F-A28B9936E1BB}" destId="{71486F0B-E993-1C4B-BD99-BB282ACDDAD9}" srcOrd="13" destOrd="0" presId="urn:microsoft.com/office/officeart/2005/8/layout/process2"/>
    <dgm:cxn modelId="{7FE967A7-1BFB-DF43-AF81-1ABB03D0E9E4}" type="presParOf" srcId="{71486F0B-E993-1C4B-BD99-BB282ACDDAD9}" destId="{87F0531F-9E07-D540-97EB-06830208B271}" srcOrd="0" destOrd="0" presId="urn:microsoft.com/office/officeart/2005/8/layout/process2"/>
    <dgm:cxn modelId="{16B4A822-7867-094A-A103-E28F2C36579E}" type="presParOf" srcId="{D24C3686-D02F-6545-A87F-A28B9936E1BB}" destId="{D4C31976-5373-CA4F-92EC-CB4837FC6497}" srcOrd="14" destOrd="0" presId="urn:microsoft.com/office/officeart/2005/8/layout/process2"/>
    <dgm:cxn modelId="{30A66E8B-63DA-FD48-BB4F-AF447604B456}" type="presParOf" srcId="{D24C3686-D02F-6545-A87F-A28B9936E1BB}" destId="{195CE0AF-1214-CD48-AFEF-750B4AFCB4C2}" srcOrd="15" destOrd="0" presId="urn:microsoft.com/office/officeart/2005/8/layout/process2"/>
    <dgm:cxn modelId="{413BE255-0493-5548-967F-C01799F0DEAB}" type="presParOf" srcId="{195CE0AF-1214-CD48-AFEF-750B4AFCB4C2}" destId="{B3237F22-16AC-3948-B45D-95ED5C7DCE89}" srcOrd="0" destOrd="0" presId="urn:microsoft.com/office/officeart/2005/8/layout/process2"/>
    <dgm:cxn modelId="{C39BC8F3-2FBB-B14A-872C-D65D7A742625}" type="presParOf" srcId="{D24C3686-D02F-6545-A87F-A28B9936E1BB}" destId="{509C97E8-6B9E-E342-AB72-F3198E200311}" srcOrd="1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A5A0E9F-D1F6-854A-BAEA-67BE1BB30046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5B84C31B-18BF-AF46-AE1F-80A3BEFD8872}">
      <dgm:prSet phldrT="[Text]"/>
      <dgm:spPr/>
      <dgm:t>
        <a:bodyPr/>
        <a:lstStyle/>
        <a:p>
          <a:r>
            <a:rPr lang="en-GB" dirty="0"/>
            <a:t>Kidney-Transplant Assessment</a:t>
          </a:r>
        </a:p>
      </dgm:t>
    </dgm:pt>
    <dgm:pt modelId="{DD3B686B-9647-DB42-811D-652715EA0F14}" type="parTrans" cxnId="{2DACC617-71B2-D746-8A10-867DBA8E9D97}">
      <dgm:prSet/>
      <dgm:spPr/>
      <dgm:t>
        <a:bodyPr/>
        <a:lstStyle/>
        <a:p>
          <a:endParaRPr lang="en-GB"/>
        </a:p>
      </dgm:t>
    </dgm:pt>
    <dgm:pt modelId="{3BE51E9C-C67A-FB48-A8D5-CD8F47AA5247}" type="sibTrans" cxnId="{2DACC617-71B2-D746-8A10-867DBA8E9D97}">
      <dgm:prSet/>
      <dgm:spPr/>
      <dgm:t>
        <a:bodyPr/>
        <a:lstStyle/>
        <a:p>
          <a:endParaRPr lang="en-GB"/>
        </a:p>
      </dgm:t>
    </dgm:pt>
    <dgm:pt modelId="{78920D37-800E-C549-BDF7-1A2FBD564324}">
      <dgm:prSet phldrT="[Text]"/>
      <dgm:spPr/>
      <dgm:t>
        <a:bodyPr/>
        <a:lstStyle/>
        <a:p>
          <a:r>
            <a:rPr lang="en-GB" dirty="0"/>
            <a:t>Convert Tabular Features to Structured Text</a:t>
          </a:r>
        </a:p>
      </dgm:t>
    </dgm:pt>
    <dgm:pt modelId="{D1EEC4FF-4DDE-384A-B01B-AA7409802295}" type="parTrans" cxnId="{D289E491-90D4-6F45-9EF9-4B19BCA26403}">
      <dgm:prSet/>
      <dgm:spPr/>
      <dgm:t>
        <a:bodyPr/>
        <a:lstStyle/>
        <a:p>
          <a:endParaRPr lang="en-GB"/>
        </a:p>
      </dgm:t>
    </dgm:pt>
    <dgm:pt modelId="{9B460DA1-1507-5D47-8083-335B51D28082}" type="sibTrans" cxnId="{D289E491-90D4-6F45-9EF9-4B19BCA26403}">
      <dgm:prSet/>
      <dgm:spPr/>
      <dgm:t>
        <a:bodyPr/>
        <a:lstStyle/>
        <a:p>
          <a:endParaRPr lang="en-GB"/>
        </a:p>
      </dgm:t>
    </dgm:pt>
    <dgm:pt modelId="{B63E3A4B-F84D-EC4B-B69B-EE12635B67E1}">
      <dgm:prSet phldrT="[Text]"/>
      <dgm:spPr/>
      <dgm:t>
        <a:bodyPr/>
        <a:lstStyle/>
        <a:p>
          <a:r>
            <a:rPr lang="en-GB" dirty="0"/>
            <a:t>Tokenise the text</a:t>
          </a:r>
        </a:p>
      </dgm:t>
    </dgm:pt>
    <dgm:pt modelId="{6A7C22CB-59D9-0240-86E1-925ECEB1CE2C}" type="parTrans" cxnId="{32B1843E-561A-E14F-8D5A-7198F7719A6D}">
      <dgm:prSet/>
      <dgm:spPr/>
      <dgm:t>
        <a:bodyPr/>
        <a:lstStyle/>
        <a:p>
          <a:endParaRPr lang="en-GB"/>
        </a:p>
      </dgm:t>
    </dgm:pt>
    <dgm:pt modelId="{85895CC5-5119-CC4D-B998-1DD34137B05B}" type="sibTrans" cxnId="{32B1843E-561A-E14F-8D5A-7198F7719A6D}">
      <dgm:prSet/>
      <dgm:spPr/>
      <dgm:t>
        <a:bodyPr/>
        <a:lstStyle/>
        <a:p>
          <a:endParaRPr lang="en-GB"/>
        </a:p>
      </dgm:t>
    </dgm:pt>
    <dgm:pt modelId="{A47C71A9-DD30-8B48-8C31-1C6573F9C65D}">
      <dgm:prSet phldrT="[Text]"/>
      <dgm:spPr/>
      <dgm:t>
        <a:bodyPr/>
        <a:lstStyle/>
        <a:p>
          <a:r>
            <a:rPr lang="en-GB" dirty="0"/>
            <a:t>18 classifier features</a:t>
          </a:r>
        </a:p>
      </dgm:t>
    </dgm:pt>
    <dgm:pt modelId="{3D49B919-B796-2A49-8F9F-3805B490E68C}" type="parTrans" cxnId="{5E27ED3A-44A7-6445-A097-B2DF9787B46D}">
      <dgm:prSet/>
      <dgm:spPr/>
      <dgm:t>
        <a:bodyPr/>
        <a:lstStyle/>
        <a:p>
          <a:endParaRPr lang="en-GB"/>
        </a:p>
      </dgm:t>
    </dgm:pt>
    <dgm:pt modelId="{BC54BC86-6BC7-F044-B8E4-A159C9D4A6FA}" type="sibTrans" cxnId="{5E27ED3A-44A7-6445-A097-B2DF9787B46D}">
      <dgm:prSet/>
      <dgm:spPr/>
      <dgm:t>
        <a:bodyPr/>
        <a:lstStyle/>
        <a:p>
          <a:endParaRPr lang="en-GB"/>
        </a:p>
      </dgm:t>
    </dgm:pt>
    <dgm:pt modelId="{1671EDC2-0473-DC46-BFD3-62F247F085BA}">
      <dgm:prSet phldrT="[Text]"/>
      <dgm:spPr/>
      <dgm:t>
        <a:bodyPr/>
        <a:lstStyle/>
        <a:p>
          <a:r>
            <a:rPr lang="en-GB" dirty="0" err="1"/>
            <a:t>eg.</a:t>
          </a:r>
          <a:r>
            <a:rPr lang="en-GB" dirty="0"/>
            <a:t> age = 56, </a:t>
          </a:r>
          <a:r>
            <a:rPr lang="en-GB" dirty="0" err="1"/>
            <a:t>donor_type</a:t>
          </a:r>
          <a:r>
            <a:rPr lang="en-GB" dirty="0"/>
            <a:t> = deceased, ...</a:t>
          </a:r>
        </a:p>
      </dgm:t>
    </dgm:pt>
    <dgm:pt modelId="{4090CA62-9EED-1B42-9B72-E20A5F47B13B}" type="parTrans" cxnId="{48E88B6F-E67D-094F-B6B3-69DF2F2AD283}">
      <dgm:prSet/>
      <dgm:spPr/>
      <dgm:t>
        <a:bodyPr/>
        <a:lstStyle/>
        <a:p>
          <a:endParaRPr lang="en-GB"/>
        </a:p>
      </dgm:t>
    </dgm:pt>
    <dgm:pt modelId="{8B620DCF-C2D6-6E43-94E3-D2AF7C3CE672}" type="sibTrans" cxnId="{48E88B6F-E67D-094F-B6B3-69DF2F2AD283}">
      <dgm:prSet/>
      <dgm:spPr/>
      <dgm:t>
        <a:bodyPr/>
        <a:lstStyle/>
        <a:p>
          <a:endParaRPr lang="en-GB"/>
        </a:p>
      </dgm:t>
    </dgm:pt>
    <dgm:pt modelId="{32D97533-97D4-1947-9FEA-58AAC81786E1}">
      <dgm:prSet phldrT="[Text]"/>
      <dgm:spPr/>
      <dgm:t>
        <a:bodyPr/>
        <a:lstStyle/>
        <a:p>
          <a:r>
            <a:rPr lang="en-GB" dirty="0"/>
            <a:t>Convert the text into tokens Qwen can process</a:t>
          </a:r>
        </a:p>
      </dgm:t>
    </dgm:pt>
    <dgm:pt modelId="{EDA84153-FE73-5E4D-925C-C2F0416D9E1B}" type="parTrans" cxnId="{84D31C55-3019-AE4B-A92F-43605EDC6CFC}">
      <dgm:prSet/>
      <dgm:spPr/>
      <dgm:t>
        <a:bodyPr/>
        <a:lstStyle/>
        <a:p>
          <a:endParaRPr lang="en-GB"/>
        </a:p>
      </dgm:t>
    </dgm:pt>
    <dgm:pt modelId="{960D9CCA-EE2D-D443-87AD-D4AABE1628F0}" type="sibTrans" cxnId="{84D31C55-3019-AE4B-A92F-43605EDC6CFC}">
      <dgm:prSet/>
      <dgm:spPr/>
      <dgm:t>
        <a:bodyPr/>
        <a:lstStyle/>
        <a:p>
          <a:endParaRPr lang="en-GB"/>
        </a:p>
      </dgm:t>
    </dgm:pt>
    <dgm:pt modelId="{7C49DCAA-382A-AE46-8137-DFAE29255E62}">
      <dgm:prSet phldrT="[Text]"/>
      <dgm:spPr/>
      <dgm:t>
        <a:bodyPr/>
        <a:lstStyle/>
        <a:p>
          <a:r>
            <a:rPr lang="en-GB" dirty="0"/>
            <a:t>Pre-Trained Qwen Model</a:t>
          </a:r>
        </a:p>
      </dgm:t>
    </dgm:pt>
    <dgm:pt modelId="{AEB1E3DC-F689-5C49-BD28-18035CF2D2C5}" type="parTrans" cxnId="{B80C6903-7A46-B840-AA91-E1CFAB16DA4B}">
      <dgm:prSet/>
      <dgm:spPr/>
      <dgm:t>
        <a:bodyPr/>
        <a:lstStyle/>
        <a:p>
          <a:endParaRPr lang="en-GB"/>
        </a:p>
      </dgm:t>
    </dgm:pt>
    <dgm:pt modelId="{927FC2C0-2B6E-5E46-85EB-B4FE5D89E45B}" type="sibTrans" cxnId="{B80C6903-7A46-B840-AA91-E1CFAB16DA4B}">
      <dgm:prSet/>
      <dgm:spPr/>
      <dgm:t>
        <a:bodyPr/>
        <a:lstStyle/>
        <a:p>
          <a:endParaRPr lang="en-GB"/>
        </a:p>
      </dgm:t>
    </dgm:pt>
    <dgm:pt modelId="{2171ACF5-7D5C-C349-95F7-A39E0AF41E7B}">
      <dgm:prSet phldrT="[Text]"/>
      <dgm:spPr/>
      <dgm:t>
        <a:bodyPr/>
        <a:lstStyle/>
        <a:p>
          <a:r>
            <a:rPr lang="en-GB" dirty="0"/>
            <a:t>Qwen2.5-0.5B - tokens pass through here</a:t>
          </a:r>
        </a:p>
      </dgm:t>
    </dgm:pt>
    <dgm:pt modelId="{F10044A0-3E11-E345-8CFE-C746ECD9988B}" type="parTrans" cxnId="{9C48ED01-9674-AC4A-B0EA-FD06972E6B77}">
      <dgm:prSet/>
      <dgm:spPr/>
      <dgm:t>
        <a:bodyPr/>
        <a:lstStyle/>
        <a:p>
          <a:endParaRPr lang="en-GB"/>
        </a:p>
      </dgm:t>
    </dgm:pt>
    <dgm:pt modelId="{014D0BEC-34DC-5C4C-9D17-2C4237816A29}" type="sibTrans" cxnId="{9C48ED01-9674-AC4A-B0EA-FD06972E6B77}">
      <dgm:prSet/>
      <dgm:spPr/>
      <dgm:t>
        <a:bodyPr/>
        <a:lstStyle/>
        <a:p>
          <a:endParaRPr lang="en-GB"/>
        </a:p>
      </dgm:t>
    </dgm:pt>
    <dgm:pt modelId="{CE1FF1EE-C287-FF44-8B48-F8804D27CCCF}">
      <dgm:prSet phldrT="[Text]"/>
      <dgm:spPr/>
      <dgm:t>
        <a:bodyPr/>
        <a:lstStyle/>
        <a:p>
          <a:r>
            <a:rPr lang="en-GB" dirty="0"/>
            <a:t>Classification Output</a:t>
          </a:r>
        </a:p>
      </dgm:t>
    </dgm:pt>
    <dgm:pt modelId="{F7D70988-1C37-3D4B-AF37-4A052F242BBF}" type="parTrans" cxnId="{87B130B0-C26E-AD44-B0EE-5BF814BFB131}">
      <dgm:prSet/>
      <dgm:spPr/>
      <dgm:t>
        <a:bodyPr/>
        <a:lstStyle/>
        <a:p>
          <a:endParaRPr lang="en-GB"/>
        </a:p>
      </dgm:t>
    </dgm:pt>
    <dgm:pt modelId="{47865781-2472-0147-90F8-FCF4480F2EF0}" type="sibTrans" cxnId="{87B130B0-C26E-AD44-B0EE-5BF814BFB131}">
      <dgm:prSet/>
      <dgm:spPr/>
      <dgm:t>
        <a:bodyPr/>
        <a:lstStyle/>
        <a:p>
          <a:endParaRPr lang="en-GB"/>
        </a:p>
      </dgm:t>
    </dgm:pt>
    <dgm:pt modelId="{28BFFF45-79FF-5D43-8E19-C8EF7142BF9F}">
      <dgm:prSet phldrT="[Text]"/>
      <dgm:spPr/>
      <dgm:t>
        <a:bodyPr/>
        <a:lstStyle/>
        <a:p>
          <a:r>
            <a:rPr lang="en-GB" dirty="0"/>
            <a:t>Probability of acute rejection within 30 days</a:t>
          </a:r>
        </a:p>
      </dgm:t>
    </dgm:pt>
    <dgm:pt modelId="{16EFD02B-E706-434A-80AB-215546D62C5E}" type="parTrans" cxnId="{B0FBE1E2-E72D-0442-BB21-C7F730F9CA65}">
      <dgm:prSet/>
      <dgm:spPr/>
      <dgm:t>
        <a:bodyPr/>
        <a:lstStyle/>
        <a:p>
          <a:endParaRPr lang="en-GB"/>
        </a:p>
      </dgm:t>
    </dgm:pt>
    <dgm:pt modelId="{B7495717-A414-534D-98FE-E82AF1489D01}" type="sibTrans" cxnId="{B0FBE1E2-E72D-0442-BB21-C7F730F9CA65}">
      <dgm:prSet/>
      <dgm:spPr/>
      <dgm:t>
        <a:bodyPr/>
        <a:lstStyle/>
        <a:p>
          <a:endParaRPr lang="en-GB"/>
        </a:p>
      </dgm:t>
    </dgm:pt>
    <dgm:pt modelId="{1AFF2D98-B131-D84B-9CD2-B977A19517CF}">
      <dgm:prSet phldrT="[Text]"/>
      <dgm:spPr/>
      <dgm:t>
        <a:bodyPr/>
        <a:lstStyle/>
        <a:p>
          <a:r>
            <a:rPr lang="en-GB" dirty="0"/>
            <a:t>Calculate Classification Loss</a:t>
          </a:r>
        </a:p>
      </dgm:t>
    </dgm:pt>
    <dgm:pt modelId="{B36FAF1A-15D5-6345-8A96-55B4B7BEB241}" type="parTrans" cxnId="{D40282CB-CE4B-DC47-8918-E19522FD2661}">
      <dgm:prSet/>
      <dgm:spPr/>
      <dgm:t>
        <a:bodyPr/>
        <a:lstStyle/>
        <a:p>
          <a:endParaRPr lang="en-GB"/>
        </a:p>
      </dgm:t>
    </dgm:pt>
    <dgm:pt modelId="{FDDCD200-F2C0-DF40-BC07-840632163471}" type="sibTrans" cxnId="{D40282CB-CE4B-DC47-8918-E19522FD2661}">
      <dgm:prSet/>
      <dgm:spPr/>
      <dgm:t>
        <a:bodyPr/>
        <a:lstStyle/>
        <a:p>
          <a:endParaRPr lang="en-GB"/>
        </a:p>
      </dgm:t>
    </dgm:pt>
    <dgm:pt modelId="{44677A03-8AFA-B34F-907B-2E75D1C8FE38}">
      <dgm:prSet phldrT="[Text]"/>
      <dgm:spPr/>
      <dgm:t>
        <a:bodyPr/>
        <a:lstStyle/>
        <a:p>
          <a:r>
            <a:rPr lang="en-GB" dirty="0"/>
            <a:t>Compare prediction with true 0/1 outcome</a:t>
          </a:r>
        </a:p>
      </dgm:t>
    </dgm:pt>
    <dgm:pt modelId="{44B7D620-7FB6-CD49-AC8F-DC5BBCF96076}" type="parTrans" cxnId="{CB04F167-BDA7-0E4F-A7E3-3723DDE53FF0}">
      <dgm:prSet/>
      <dgm:spPr/>
      <dgm:t>
        <a:bodyPr/>
        <a:lstStyle/>
        <a:p>
          <a:endParaRPr lang="en-GB"/>
        </a:p>
      </dgm:t>
    </dgm:pt>
    <dgm:pt modelId="{FE422FD0-CC58-F546-82F2-DC6C68CE9385}" type="sibTrans" cxnId="{CB04F167-BDA7-0E4F-A7E3-3723DDE53FF0}">
      <dgm:prSet/>
      <dgm:spPr/>
      <dgm:t>
        <a:bodyPr/>
        <a:lstStyle/>
        <a:p>
          <a:endParaRPr lang="en-GB"/>
        </a:p>
      </dgm:t>
    </dgm:pt>
    <dgm:pt modelId="{913D8FCC-C712-7246-9412-72CC6566FDB4}">
      <dgm:prSet phldrT="[Text]"/>
      <dgm:spPr/>
      <dgm:t>
        <a:bodyPr/>
        <a:lstStyle/>
        <a:p>
          <a:r>
            <a:rPr lang="en-GB" dirty="0"/>
            <a:t>Back Propagation</a:t>
          </a:r>
        </a:p>
      </dgm:t>
    </dgm:pt>
    <dgm:pt modelId="{EC726323-8C3B-2544-8BEB-6CAB48920AD8}" type="parTrans" cxnId="{BEBFE2FB-47A5-4248-80DD-53C12A7D7122}">
      <dgm:prSet/>
      <dgm:spPr/>
      <dgm:t>
        <a:bodyPr/>
        <a:lstStyle/>
        <a:p>
          <a:endParaRPr lang="en-GB"/>
        </a:p>
      </dgm:t>
    </dgm:pt>
    <dgm:pt modelId="{0BB4A433-F05A-1745-AC7D-9047C9BF4A84}" type="sibTrans" cxnId="{BEBFE2FB-47A5-4248-80DD-53C12A7D7122}">
      <dgm:prSet/>
      <dgm:spPr/>
      <dgm:t>
        <a:bodyPr/>
        <a:lstStyle/>
        <a:p>
          <a:endParaRPr lang="en-GB"/>
        </a:p>
      </dgm:t>
    </dgm:pt>
    <dgm:pt modelId="{4EFB5515-1B95-C443-BFB1-DCF670E2F6A6}">
      <dgm:prSet phldrT="[Text]"/>
      <dgm:spPr/>
      <dgm:t>
        <a:bodyPr/>
        <a:lstStyle/>
        <a:p>
          <a:r>
            <a:rPr lang="en-GB" dirty="0"/>
            <a:t>0 - No acute rejection</a:t>
          </a:r>
          <a:br>
            <a:rPr lang="en-GB" dirty="0"/>
          </a:br>
          <a:r>
            <a:rPr lang="en-GB" dirty="0"/>
            <a:t>1- Acute rejection</a:t>
          </a:r>
        </a:p>
      </dgm:t>
    </dgm:pt>
    <dgm:pt modelId="{FC45CA11-40B5-1D43-894F-B4ACAD2DAA12}" type="parTrans" cxnId="{F54328DC-9EDA-5F48-863C-65D0CADDCE22}">
      <dgm:prSet/>
      <dgm:spPr/>
      <dgm:t>
        <a:bodyPr/>
        <a:lstStyle/>
        <a:p>
          <a:endParaRPr lang="en-GB"/>
        </a:p>
      </dgm:t>
    </dgm:pt>
    <dgm:pt modelId="{717DDB59-EE6F-904C-AC52-53A4CE753610}" type="sibTrans" cxnId="{F54328DC-9EDA-5F48-863C-65D0CADDCE22}">
      <dgm:prSet/>
      <dgm:spPr/>
      <dgm:t>
        <a:bodyPr/>
        <a:lstStyle/>
        <a:p>
          <a:endParaRPr lang="en-GB"/>
        </a:p>
      </dgm:t>
    </dgm:pt>
    <dgm:pt modelId="{1C68FB6A-D693-6342-B506-476728494D00}">
      <dgm:prSet/>
      <dgm:spPr/>
      <dgm:t>
        <a:bodyPr/>
        <a:lstStyle/>
        <a:p>
          <a:r>
            <a:rPr lang="en-GB" dirty="0" err="1"/>
            <a:t>LoRA</a:t>
          </a:r>
          <a:r>
            <a:rPr lang="en-GB" dirty="0"/>
            <a:t> Adaptation</a:t>
          </a:r>
        </a:p>
      </dgm:t>
    </dgm:pt>
    <dgm:pt modelId="{F74F9B72-886B-6746-B640-A88B4CAF457B}" type="parTrans" cxnId="{3674C505-C992-4F44-98B3-80CAF11CF27E}">
      <dgm:prSet/>
      <dgm:spPr/>
      <dgm:t>
        <a:bodyPr/>
        <a:lstStyle/>
        <a:p>
          <a:endParaRPr lang="en-GB"/>
        </a:p>
      </dgm:t>
    </dgm:pt>
    <dgm:pt modelId="{E25CE257-63E0-A247-B595-CE2AA3A0C4C5}" type="sibTrans" cxnId="{3674C505-C992-4F44-98B3-80CAF11CF27E}">
      <dgm:prSet/>
      <dgm:spPr/>
      <dgm:t>
        <a:bodyPr/>
        <a:lstStyle/>
        <a:p>
          <a:endParaRPr lang="en-GB"/>
        </a:p>
      </dgm:t>
    </dgm:pt>
    <dgm:pt modelId="{EDCE8364-4C34-4240-BA73-42E4C59D86A9}">
      <dgm:prSet/>
      <dgm:spPr/>
      <dgm:t>
        <a:bodyPr/>
        <a:lstStyle/>
        <a:p>
          <a:r>
            <a:rPr lang="en-GB" dirty="0"/>
            <a:t>Small trainable parameters adapt Qwen to kidney task</a:t>
          </a:r>
        </a:p>
      </dgm:t>
    </dgm:pt>
    <dgm:pt modelId="{1DE9D92A-49CB-A549-AA60-A9132D1F022C}" type="parTrans" cxnId="{87E742D0-3DAB-904A-A6FE-198747B3A724}">
      <dgm:prSet/>
      <dgm:spPr/>
      <dgm:t>
        <a:bodyPr/>
        <a:lstStyle/>
        <a:p>
          <a:endParaRPr lang="en-GB"/>
        </a:p>
      </dgm:t>
    </dgm:pt>
    <dgm:pt modelId="{D4DC4C02-4FB9-0D4B-B597-359E229725C6}" type="sibTrans" cxnId="{87E742D0-3DAB-904A-A6FE-198747B3A724}">
      <dgm:prSet/>
      <dgm:spPr/>
      <dgm:t>
        <a:bodyPr/>
        <a:lstStyle/>
        <a:p>
          <a:endParaRPr lang="en-GB"/>
        </a:p>
      </dgm:t>
    </dgm:pt>
    <dgm:pt modelId="{72475FF0-4C56-024E-95B3-524CB164700A}">
      <dgm:prSet phldrT="[Text]"/>
      <dgm:spPr/>
      <dgm:t>
        <a:bodyPr/>
        <a:lstStyle/>
        <a:p>
          <a:r>
            <a:rPr lang="en-GB" dirty="0"/>
            <a:t>Calculate how trainable parameters should change</a:t>
          </a:r>
        </a:p>
      </dgm:t>
    </dgm:pt>
    <dgm:pt modelId="{2E84A79F-B03D-BB45-B966-A6F242B71311}" type="parTrans" cxnId="{6A939817-55B8-6645-BA73-38D56A0F90D4}">
      <dgm:prSet/>
      <dgm:spPr/>
      <dgm:t>
        <a:bodyPr/>
        <a:lstStyle/>
        <a:p>
          <a:endParaRPr lang="en-GB"/>
        </a:p>
      </dgm:t>
    </dgm:pt>
    <dgm:pt modelId="{A17060AF-25D5-6947-A5C3-E8322A762732}" type="sibTrans" cxnId="{6A939817-55B8-6645-BA73-38D56A0F90D4}">
      <dgm:prSet/>
      <dgm:spPr/>
      <dgm:t>
        <a:bodyPr/>
        <a:lstStyle/>
        <a:p>
          <a:endParaRPr lang="en-GB"/>
        </a:p>
      </dgm:t>
    </dgm:pt>
    <dgm:pt modelId="{838BAA57-ABA9-BA4C-9B58-2C72E6578AFA}">
      <dgm:prSet phldrT="[Text]"/>
      <dgm:spPr/>
      <dgm:t>
        <a:bodyPr/>
        <a:lstStyle/>
        <a:p>
          <a:r>
            <a:rPr lang="en-GB" dirty="0"/>
            <a:t>Update </a:t>
          </a:r>
          <a:r>
            <a:rPr lang="en-GB" dirty="0" err="1"/>
            <a:t>LoRA</a:t>
          </a:r>
          <a:r>
            <a:rPr lang="en-GB" dirty="0"/>
            <a:t> + Classification Head</a:t>
          </a:r>
        </a:p>
      </dgm:t>
    </dgm:pt>
    <dgm:pt modelId="{5F6FB02D-E487-ED44-B21F-6841EEC8EF11}" type="parTrans" cxnId="{D0F8BD17-CB4D-9245-A3A1-E6E9222678DC}">
      <dgm:prSet/>
      <dgm:spPr/>
      <dgm:t>
        <a:bodyPr/>
        <a:lstStyle/>
        <a:p>
          <a:endParaRPr lang="en-GB"/>
        </a:p>
      </dgm:t>
    </dgm:pt>
    <dgm:pt modelId="{5C8E3C3A-376F-4946-B18C-B03DCC428026}" type="sibTrans" cxnId="{D0F8BD17-CB4D-9245-A3A1-E6E9222678DC}">
      <dgm:prSet/>
      <dgm:spPr/>
      <dgm:t>
        <a:bodyPr/>
        <a:lstStyle/>
        <a:p>
          <a:endParaRPr lang="en-GB"/>
        </a:p>
      </dgm:t>
    </dgm:pt>
    <dgm:pt modelId="{BBCCA7FF-7E6D-C14A-982A-BEA25B18109D}">
      <dgm:prSet phldrT="[Text]"/>
      <dgm:spPr/>
      <dgm:t>
        <a:bodyPr/>
        <a:lstStyle/>
        <a:p>
          <a:r>
            <a:rPr lang="en-GB" dirty="0"/>
            <a:t>Qwen base weights remain frozen</a:t>
          </a:r>
        </a:p>
      </dgm:t>
    </dgm:pt>
    <dgm:pt modelId="{ABE3F5C3-CFCF-F441-A74E-62D6E4FC4819}" type="parTrans" cxnId="{921DCE09-3819-B447-A952-79A45F1A74F3}">
      <dgm:prSet/>
      <dgm:spPr/>
      <dgm:t>
        <a:bodyPr/>
        <a:lstStyle/>
        <a:p>
          <a:endParaRPr lang="en-GB"/>
        </a:p>
      </dgm:t>
    </dgm:pt>
    <dgm:pt modelId="{3058DBBD-478B-CB40-9A5C-FC19F738BC36}" type="sibTrans" cxnId="{921DCE09-3819-B447-A952-79A45F1A74F3}">
      <dgm:prSet/>
      <dgm:spPr/>
      <dgm:t>
        <a:bodyPr/>
        <a:lstStyle/>
        <a:p>
          <a:endParaRPr lang="en-GB"/>
        </a:p>
      </dgm:t>
    </dgm:pt>
    <dgm:pt modelId="{85B0E38B-8F41-E445-B877-BBEF9A274B1C}">
      <dgm:prSet phldrT="[Text]"/>
      <dgm:spPr/>
      <dgm:t>
        <a:bodyPr/>
        <a:lstStyle/>
        <a:p>
          <a:r>
            <a:rPr lang="en-GB" dirty="0"/>
            <a:t>Select best Qwen Classifier</a:t>
          </a:r>
        </a:p>
      </dgm:t>
    </dgm:pt>
    <dgm:pt modelId="{B17346D9-8E4B-594E-A1B9-EFAC52ABFA4B}" type="parTrans" cxnId="{485619FA-554D-474C-A4A0-C9275C7A46CC}">
      <dgm:prSet/>
      <dgm:spPr/>
      <dgm:t>
        <a:bodyPr/>
        <a:lstStyle/>
        <a:p>
          <a:endParaRPr lang="en-GB"/>
        </a:p>
      </dgm:t>
    </dgm:pt>
    <dgm:pt modelId="{EA481906-1260-414B-A876-C8043D9B5637}" type="sibTrans" cxnId="{485619FA-554D-474C-A4A0-C9275C7A46CC}">
      <dgm:prSet/>
      <dgm:spPr/>
      <dgm:t>
        <a:bodyPr/>
        <a:lstStyle/>
        <a:p>
          <a:endParaRPr lang="en-GB"/>
        </a:p>
      </dgm:t>
    </dgm:pt>
    <dgm:pt modelId="{4B2769EB-3CBA-E54F-B285-F4D404C16E81}">
      <dgm:prSet phldrT="[Text]"/>
      <dgm:spPr/>
      <dgm:t>
        <a:bodyPr/>
        <a:lstStyle/>
        <a:p>
          <a:r>
            <a:rPr lang="en-GB" dirty="0"/>
            <a:t>Best epoch selected using validation PR-AUC</a:t>
          </a:r>
        </a:p>
      </dgm:t>
    </dgm:pt>
    <dgm:pt modelId="{7C3DB060-87AA-FA4A-9143-90F398FDC431}" type="parTrans" cxnId="{E875F50F-24D8-5B4A-9A5C-4EA9985BD0F4}">
      <dgm:prSet/>
      <dgm:spPr/>
      <dgm:t>
        <a:bodyPr/>
        <a:lstStyle/>
        <a:p>
          <a:endParaRPr lang="en-GB"/>
        </a:p>
      </dgm:t>
    </dgm:pt>
    <dgm:pt modelId="{C7FAE561-690E-7B49-B31F-D9C218E4799E}" type="sibTrans" cxnId="{E875F50F-24D8-5B4A-9A5C-4EA9985BD0F4}">
      <dgm:prSet/>
      <dgm:spPr/>
      <dgm:t>
        <a:bodyPr/>
        <a:lstStyle/>
        <a:p>
          <a:endParaRPr lang="en-GB"/>
        </a:p>
      </dgm:t>
    </dgm:pt>
    <dgm:pt modelId="{25CF2C8D-EDD7-4F45-AD8A-2EBB43964558}">
      <dgm:prSet phldrT="[Text]"/>
      <dgm:spPr/>
      <dgm:t>
        <a:bodyPr/>
        <a:lstStyle/>
        <a:p>
          <a:r>
            <a:rPr lang="en-GB" dirty="0"/>
            <a:t>Final Prediction</a:t>
          </a:r>
        </a:p>
      </dgm:t>
    </dgm:pt>
    <dgm:pt modelId="{288BC8E2-EF66-1F49-8228-9755F965DA4F}" type="parTrans" cxnId="{CBB30B7A-0896-CF4D-BE64-3108557EF6BF}">
      <dgm:prSet/>
      <dgm:spPr/>
      <dgm:t>
        <a:bodyPr/>
        <a:lstStyle/>
        <a:p>
          <a:endParaRPr lang="en-GB"/>
        </a:p>
      </dgm:t>
    </dgm:pt>
    <dgm:pt modelId="{4E9DCBAB-2C3C-9544-932B-D4FE5C631244}" type="sibTrans" cxnId="{CBB30B7A-0896-CF4D-BE64-3108557EF6BF}">
      <dgm:prSet/>
      <dgm:spPr/>
      <dgm:t>
        <a:bodyPr/>
        <a:lstStyle/>
        <a:p>
          <a:endParaRPr lang="en-GB"/>
        </a:p>
      </dgm:t>
    </dgm:pt>
    <dgm:pt modelId="{2641C420-F9DF-6E46-8A79-415566BC84F1}" type="pres">
      <dgm:prSet presAssocID="{DA5A0E9F-D1F6-854A-BAEA-67BE1BB30046}" presName="linearFlow" presStyleCnt="0">
        <dgm:presLayoutVars>
          <dgm:resizeHandles val="exact"/>
        </dgm:presLayoutVars>
      </dgm:prSet>
      <dgm:spPr/>
    </dgm:pt>
    <dgm:pt modelId="{042ED750-AEA9-DB43-B7FA-0B2638139D76}" type="pres">
      <dgm:prSet presAssocID="{5B84C31B-18BF-AF46-AE1F-80A3BEFD8872}" presName="node" presStyleLbl="node1" presStyleIdx="0" presStyleCnt="11">
        <dgm:presLayoutVars>
          <dgm:bulletEnabled val="1"/>
        </dgm:presLayoutVars>
      </dgm:prSet>
      <dgm:spPr/>
    </dgm:pt>
    <dgm:pt modelId="{15887E7E-4C67-134C-B05D-69E9D99ACEDC}" type="pres">
      <dgm:prSet presAssocID="{3BE51E9C-C67A-FB48-A8D5-CD8F47AA5247}" presName="sibTrans" presStyleLbl="sibTrans2D1" presStyleIdx="0" presStyleCnt="10"/>
      <dgm:spPr/>
    </dgm:pt>
    <dgm:pt modelId="{4EA618ED-486C-4348-A68B-0BD5FD9A4671}" type="pres">
      <dgm:prSet presAssocID="{3BE51E9C-C67A-FB48-A8D5-CD8F47AA5247}" presName="connectorText" presStyleLbl="sibTrans2D1" presStyleIdx="0" presStyleCnt="10"/>
      <dgm:spPr/>
    </dgm:pt>
    <dgm:pt modelId="{30A71A0E-8A6F-1C45-BD04-6705FDC62CAD}" type="pres">
      <dgm:prSet presAssocID="{78920D37-800E-C549-BDF7-1A2FBD564324}" presName="node" presStyleLbl="node1" presStyleIdx="1" presStyleCnt="11">
        <dgm:presLayoutVars>
          <dgm:bulletEnabled val="1"/>
        </dgm:presLayoutVars>
      </dgm:prSet>
      <dgm:spPr/>
    </dgm:pt>
    <dgm:pt modelId="{DCD4ABBF-09FD-2B46-9979-06DFBD6A4943}" type="pres">
      <dgm:prSet presAssocID="{9B460DA1-1507-5D47-8083-335B51D28082}" presName="sibTrans" presStyleLbl="sibTrans2D1" presStyleIdx="1" presStyleCnt="10"/>
      <dgm:spPr/>
    </dgm:pt>
    <dgm:pt modelId="{5356EC05-DCDC-B34F-A762-12AA40442F8F}" type="pres">
      <dgm:prSet presAssocID="{9B460DA1-1507-5D47-8083-335B51D28082}" presName="connectorText" presStyleLbl="sibTrans2D1" presStyleIdx="1" presStyleCnt="10"/>
      <dgm:spPr/>
    </dgm:pt>
    <dgm:pt modelId="{D6C22CEF-89C8-B344-81B5-92E9E8165E3D}" type="pres">
      <dgm:prSet presAssocID="{B63E3A4B-F84D-EC4B-B69B-EE12635B67E1}" presName="node" presStyleLbl="node1" presStyleIdx="2" presStyleCnt="11">
        <dgm:presLayoutVars>
          <dgm:bulletEnabled val="1"/>
        </dgm:presLayoutVars>
      </dgm:prSet>
      <dgm:spPr/>
    </dgm:pt>
    <dgm:pt modelId="{F15C6C46-46E5-CA4E-A82F-8C6647BE0212}" type="pres">
      <dgm:prSet presAssocID="{85895CC5-5119-CC4D-B998-1DD34137B05B}" presName="sibTrans" presStyleLbl="sibTrans2D1" presStyleIdx="2" presStyleCnt="10"/>
      <dgm:spPr/>
    </dgm:pt>
    <dgm:pt modelId="{0B41140C-C596-4447-879D-3C4A1CDFCC44}" type="pres">
      <dgm:prSet presAssocID="{85895CC5-5119-CC4D-B998-1DD34137B05B}" presName="connectorText" presStyleLbl="sibTrans2D1" presStyleIdx="2" presStyleCnt="10"/>
      <dgm:spPr/>
    </dgm:pt>
    <dgm:pt modelId="{3836818A-1D77-EB40-84BF-69F9ACF23707}" type="pres">
      <dgm:prSet presAssocID="{7C49DCAA-382A-AE46-8137-DFAE29255E62}" presName="node" presStyleLbl="node1" presStyleIdx="3" presStyleCnt="11">
        <dgm:presLayoutVars>
          <dgm:bulletEnabled val="1"/>
        </dgm:presLayoutVars>
      </dgm:prSet>
      <dgm:spPr/>
    </dgm:pt>
    <dgm:pt modelId="{B2367D3B-8DFD-9749-AF76-675CF4DEA878}" type="pres">
      <dgm:prSet presAssocID="{927FC2C0-2B6E-5E46-85EB-B4FE5D89E45B}" presName="sibTrans" presStyleLbl="sibTrans2D1" presStyleIdx="3" presStyleCnt="10"/>
      <dgm:spPr/>
    </dgm:pt>
    <dgm:pt modelId="{7167D43F-33BC-2A45-8EBC-61583AE4BF09}" type="pres">
      <dgm:prSet presAssocID="{927FC2C0-2B6E-5E46-85EB-B4FE5D89E45B}" presName="connectorText" presStyleLbl="sibTrans2D1" presStyleIdx="3" presStyleCnt="10"/>
      <dgm:spPr/>
    </dgm:pt>
    <dgm:pt modelId="{3079B1E8-6F20-944D-B8A7-DFA86661B70E}" type="pres">
      <dgm:prSet presAssocID="{1C68FB6A-D693-6342-B506-476728494D00}" presName="node" presStyleLbl="node1" presStyleIdx="4" presStyleCnt="11">
        <dgm:presLayoutVars>
          <dgm:bulletEnabled val="1"/>
        </dgm:presLayoutVars>
      </dgm:prSet>
      <dgm:spPr/>
    </dgm:pt>
    <dgm:pt modelId="{E9346EB0-BB98-FC45-B39A-4F9479D8612F}" type="pres">
      <dgm:prSet presAssocID="{E25CE257-63E0-A247-B595-CE2AA3A0C4C5}" presName="sibTrans" presStyleLbl="sibTrans2D1" presStyleIdx="4" presStyleCnt="10"/>
      <dgm:spPr/>
    </dgm:pt>
    <dgm:pt modelId="{B18CD418-34E9-E746-BA68-4BED119F2974}" type="pres">
      <dgm:prSet presAssocID="{E25CE257-63E0-A247-B595-CE2AA3A0C4C5}" presName="connectorText" presStyleLbl="sibTrans2D1" presStyleIdx="4" presStyleCnt="10"/>
      <dgm:spPr/>
    </dgm:pt>
    <dgm:pt modelId="{AD7044EE-5D87-5A48-BA25-89BD15F89CD4}" type="pres">
      <dgm:prSet presAssocID="{CE1FF1EE-C287-FF44-8B48-F8804D27CCCF}" presName="node" presStyleLbl="node1" presStyleIdx="5" presStyleCnt="11">
        <dgm:presLayoutVars>
          <dgm:bulletEnabled val="1"/>
        </dgm:presLayoutVars>
      </dgm:prSet>
      <dgm:spPr/>
    </dgm:pt>
    <dgm:pt modelId="{8A96BD19-8E56-5249-8A61-421EE0AE3F7C}" type="pres">
      <dgm:prSet presAssocID="{47865781-2472-0147-90F8-FCF4480F2EF0}" presName="sibTrans" presStyleLbl="sibTrans2D1" presStyleIdx="5" presStyleCnt="10"/>
      <dgm:spPr/>
    </dgm:pt>
    <dgm:pt modelId="{1894DC40-EEE3-7C45-9881-FD7BE10D6774}" type="pres">
      <dgm:prSet presAssocID="{47865781-2472-0147-90F8-FCF4480F2EF0}" presName="connectorText" presStyleLbl="sibTrans2D1" presStyleIdx="5" presStyleCnt="10"/>
      <dgm:spPr/>
    </dgm:pt>
    <dgm:pt modelId="{D633FAAC-E27B-5247-86A9-018EF27D6891}" type="pres">
      <dgm:prSet presAssocID="{1AFF2D98-B131-D84B-9CD2-B977A19517CF}" presName="node" presStyleLbl="node1" presStyleIdx="6" presStyleCnt="11">
        <dgm:presLayoutVars>
          <dgm:bulletEnabled val="1"/>
        </dgm:presLayoutVars>
      </dgm:prSet>
      <dgm:spPr/>
    </dgm:pt>
    <dgm:pt modelId="{A7337953-3AC0-2442-A34D-AD563C85AE63}" type="pres">
      <dgm:prSet presAssocID="{FDDCD200-F2C0-DF40-BC07-840632163471}" presName="sibTrans" presStyleLbl="sibTrans2D1" presStyleIdx="6" presStyleCnt="10"/>
      <dgm:spPr/>
    </dgm:pt>
    <dgm:pt modelId="{B10C2469-1D3A-7E43-AFD8-575970F0E9DA}" type="pres">
      <dgm:prSet presAssocID="{FDDCD200-F2C0-DF40-BC07-840632163471}" presName="connectorText" presStyleLbl="sibTrans2D1" presStyleIdx="6" presStyleCnt="10"/>
      <dgm:spPr/>
    </dgm:pt>
    <dgm:pt modelId="{FB6DEAB1-897C-9C4D-A779-FAC24CBC0B18}" type="pres">
      <dgm:prSet presAssocID="{913D8FCC-C712-7246-9412-72CC6566FDB4}" presName="node" presStyleLbl="node1" presStyleIdx="7" presStyleCnt="11">
        <dgm:presLayoutVars>
          <dgm:bulletEnabled val="1"/>
        </dgm:presLayoutVars>
      </dgm:prSet>
      <dgm:spPr/>
    </dgm:pt>
    <dgm:pt modelId="{3C565C65-CF56-054B-B9FB-96FE1EC4A3FF}" type="pres">
      <dgm:prSet presAssocID="{0BB4A433-F05A-1745-AC7D-9047C9BF4A84}" presName="sibTrans" presStyleLbl="sibTrans2D1" presStyleIdx="7" presStyleCnt="10"/>
      <dgm:spPr/>
    </dgm:pt>
    <dgm:pt modelId="{11FF9B28-3B8D-9847-895D-AEAFAAC3F1B0}" type="pres">
      <dgm:prSet presAssocID="{0BB4A433-F05A-1745-AC7D-9047C9BF4A84}" presName="connectorText" presStyleLbl="sibTrans2D1" presStyleIdx="7" presStyleCnt="10"/>
      <dgm:spPr/>
    </dgm:pt>
    <dgm:pt modelId="{54CFA5B9-7881-E348-91C9-33CD47C83993}" type="pres">
      <dgm:prSet presAssocID="{838BAA57-ABA9-BA4C-9B58-2C72E6578AFA}" presName="node" presStyleLbl="node1" presStyleIdx="8" presStyleCnt="11">
        <dgm:presLayoutVars>
          <dgm:bulletEnabled val="1"/>
        </dgm:presLayoutVars>
      </dgm:prSet>
      <dgm:spPr/>
    </dgm:pt>
    <dgm:pt modelId="{9EB074FE-6E41-734B-80C0-49FF708A6604}" type="pres">
      <dgm:prSet presAssocID="{5C8E3C3A-376F-4946-B18C-B03DCC428026}" presName="sibTrans" presStyleLbl="sibTrans2D1" presStyleIdx="8" presStyleCnt="10"/>
      <dgm:spPr/>
    </dgm:pt>
    <dgm:pt modelId="{77CE18E2-B934-614A-973E-F2D903B71367}" type="pres">
      <dgm:prSet presAssocID="{5C8E3C3A-376F-4946-B18C-B03DCC428026}" presName="connectorText" presStyleLbl="sibTrans2D1" presStyleIdx="8" presStyleCnt="10"/>
      <dgm:spPr/>
    </dgm:pt>
    <dgm:pt modelId="{4DD63561-261C-C549-A271-43CD0EEC2820}" type="pres">
      <dgm:prSet presAssocID="{85B0E38B-8F41-E445-B877-BBEF9A274B1C}" presName="node" presStyleLbl="node1" presStyleIdx="9" presStyleCnt="11">
        <dgm:presLayoutVars>
          <dgm:bulletEnabled val="1"/>
        </dgm:presLayoutVars>
      </dgm:prSet>
      <dgm:spPr/>
    </dgm:pt>
    <dgm:pt modelId="{A4FF0ACB-C4FB-9648-AD9B-30DEE9A5CF7C}" type="pres">
      <dgm:prSet presAssocID="{EA481906-1260-414B-A876-C8043D9B5637}" presName="sibTrans" presStyleLbl="sibTrans2D1" presStyleIdx="9" presStyleCnt="10"/>
      <dgm:spPr/>
    </dgm:pt>
    <dgm:pt modelId="{805FCE33-927E-AA47-8637-4658B852A4F4}" type="pres">
      <dgm:prSet presAssocID="{EA481906-1260-414B-A876-C8043D9B5637}" presName="connectorText" presStyleLbl="sibTrans2D1" presStyleIdx="9" presStyleCnt="10"/>
      <dgm:spPr/>
    </dgm:pt>
    <dgm:pt modelId="{1FEFA627-F72C-7B40-BE1B-8EA806980BA5}" type="pres">
      <dgm:prSet presAssocID="{25CF2C8D-EDD7-4F45-AD8A-2EBB43964558}" presName="node" presStyleLbl="node1" presStyleIdx="10" presStyleCnt="11">
        <dgm:presLayoutVars>
          <dgm:bulletEnabled val="1"/>
        </dgm:presLayoutVars>
      </dgm:prSet>
      <dgm:spPr/>
    </dgm:pt>
  </dgm:ptLst>
  <dgm:cxnLst>
    <dgm:cxn modelId="{34A91A01-570A-9540-876C-A80C6EB06BCC}" type="presOf" srcId="{28BFFF45-79FF-5D43-8E19-C8EF7142BF9F}" destId="{AD7044EE-5D87-5A48-BA25-89BD15F89CD4}" srcOrd="0" destOrd="1" presId="urn:microsoft.com/office/officeart/2005/8/layout/process2"/>
    <dgm:cxn modelId="{9C48ED01-9674-AC4A-B0EA-FD06972E6B77}" srcId="{7C49DCAA-382A-AE46-8137-DFAE29255E62}" destId="{2171ACF5-7D5C-C349-95F7-A39E0AF41E7B}" srcOrd="0" destOrd="0" parTransId="{F10044A0-3E11-E345-8CFE-C746ECD9988B}" sibTransId="{014D0BEC-34DC-5C4C-9D17-2C4237816A29}"/>
    <dgm:cxn modelId="{B80C6903-7A46-B840-AA91-E1CFAB16DA4B}" srcId="{DA5A0E9F-D1F6-854A-BAEA-67BE1BB30046}" destId="{7C49DCAA-382A-AE46-8137-DFAE29255E62}" srcOrd="3" destOrd="0" parTransId="{AEB1E3DC-F689-5C49-BD28-18035CF2D2C5}" sibTransId="{927FC2C0-2B6E-5E46-85EB-B4FE5D89E45B}"/>
    <dgm:cxn modelId="{9D3D9E04-40DD-EC43-BCA0-0F5A0523EEC0}" type="presOf" srcId="{DA5A0E9F-D1F6-854A-BAEA-67BE1BB30046}" destId="{2641C420-F9DF-6E46-8A79-415566BC84F1}" srcOrd="0" destOrd="0" presId="urn:microsoft.com/office/officeart/2005/8/layout/process2"/>
    <dgm:cxn modelId="{3674C505-C992-4F44-98B3-80CAF11CF27E}" srcId="{DA5A0E9F-D1F6-854A-BAEA-67BE1BB30046}" destId="{1C68FB6A-D693-6342-B506-476728494D00}" srcOrd="4" destOrd="0" parTransId="{F74F9B72-886B-6746-B640-A88B4CAF457B}" sibTransId="{E25CE257-63E0-A247-B595-CE2AA3A0C4C5}"/>
    <dgm:cxn modelId="{19B35409-03CF-6F4F-8419-320625C51381}" type="presOf" srcId="{7C49DCAA-382A-AE46-8137-DFAE29255E62}" destId="{3836818A-1D77-EB40-84BF-69F9ACF23707}" srcOrd="0" destOrd="0" presId="urn:microsoft.com/office/officeart/2005/8/layout/process2"/>
    <dgm:cxn modelId="{921DCE09-3819-B447-A952-79A45F1A74F3}" srcId="{838BAA57-ABA9-BA4C-9B58-2C72E6578AFA}" destId="{BBCCA7FF-7E6D-C14A-982A-BEA25B18109D}" srcOrd="0" destOrd="0" parTransId="{ABE3F5C3-CFCF-F441-A74E-62D6E4FC4819}" sibTransId="{3058DBBD-478B-CB40-9A5C-FC19F738BC36}"/>
    <dgm:cxn modelId="{E875F50F-24D8-5B4A-9A5C-4EA9985BD0F4}" srcId="{85B0E38B-8F41-E445-B877-BBEF9A274B1C}" destId="{4B2769EB-3CBA-E54F-B285-F4D404C16E81}" srcOrd="0" destOrd="0" parTransId="{7C3DB060-87AA-FA4A-9143-90F398FDC431}" sibTransId="{C7FAE561-690E-7B49-B31F-D9C218E4799E}"/>
    <dgm:cxn modelId="{6A939817-55B8-6645-BA73-38D56A0F90D4}" srcId="{913D8FCC-C712-7246-9412-72CC6566FDB4}" destId="{72475FF0-4C56-024E-95B3-524CB164700A}" srcOrd="0" destOrd="0" parTransId="{2E84A79F-B03D-BB45-B966-A6F242B71311}" sibTransId="{A17060AF-25D5-6947-A5C3-E8322A762732}"/>
    <dgm:cxn modelId="{D0F8BD17-CB4D-9245-A3A1-E6E9222678DC}" srcId="{DA5A0E9F-D1F6-854A-BAEA-67BE1BB30046}" destId="{838BAA57-ABA9-BA4C-9B58-2C72E6578AFA}" srcOrd="8" destOrd="0" parTransId="{5F6FB02D-E487-ED44-B21F-6841EEC8EF11}" sibTransId="{5C8E3C3A-376F-4946-B18C-B03DCC428026}"/>
    <dgm:cxn modelId="{2DACC617-71B2-D746-8A10-867DBA8E9D97}" srcId="{DA5A0E9F-D1F6-854A-BAEA-67BE1BB30046}" destId="{5B84C31B-18BF-AF46-AE1F-80A3BEFD8872}" srcOrd="0" destOrd="0" parTransId="{DD3B686B-9647-DB42-811D-652715EA0F14}" sibTransId="{3BE51E9C-C67A-FB48-A8D5-CD8F47AA5247}"/>
    <dgm:cxn modelId="{48C3F621-46AD-A745-9D33-732D2CDCC7D8}" type="presOf" srcId="{85895CC5-5119-CC4D-B998-1DD34137B05B}" destId="{F15C6C46-46E5-CA4E-A82F-8C6647BE0212}" srcOrd="0" destOrd="0" presId="urn:microsoft.com/office/officeart/2005/8/layout/process2"/>
    <dgm:cxn modelId="{F3EFBA2B-481F-0B42-9E17-8D2BCA01C3D5}" type="presOf" srcId="{927FC2C0-2B6E-5E46-85EB-B4FE5D89E45B}" destId="{7167D43F-33BC-2A45-8EBC-61583AE4BF09}" srcOrd="1" destOrd="0" presId="urn:microsoft.com/office/officeart/2005/8/layout/process2"/>
    <dgm:cxn modelId="{B868F12D-175E-144F-9CEC-A2118594C624}" type="presOf" srcId="{E25CE257-63E0-A247-B595-CE2AA3A0C4C5}" destId="{E9346EB0-BB98-FC45-B39A-4F9479D8612F}" srcOrd="0" destOrd="0" presId="urn:microsoft.com/office/officeart/2005/8/layout/process2"/>
    <dgm:cxn modelId="{A7618233-67D9-B84F-9649-FF2573A3149E}" type="presOf" srcId="{3BE51E9C-C67A-FB48-A8D5-CD8F47AA5247}" destId="{15887E7E-4C67-134C-B05D-69E9D99ACEDC}" srcOrd="0" destOrd="0" presId="urn:microsoft.com/office/officeart/2005/8/layout/process2"/>
    <dgm:cxn modelId="{A04B0035-4746-ED40-B5E8-59B6797B0F0B}" type="presOf" srcId="{1C68FB6A-D693-6342-B506-476728494D00}" destId="{3079B1E8-6F20-944D-B8A7-DFA86661B70E}" srcOrd="0" destOrd="0" presId="urn:microsoft.com/office/officeart/2005/8/layout/process2"/>
    <dgm:cxn modelId="{5E27ED3A-44A7-6445-A097-B2DF9787B46D}" srcId="{5B84C31B-18BF-AF46-AE1F-80A3BEFD8872}" destId="{A47C71A9-DD30-8B48-8C31-1C6573F9C65D}" srcOrd="0" destOrd="0" parTransId="{3D49B919-B796-2A49-8F9F-3805B490E68C}" sibTransId="{BC54BC86-6BC7-F044-B8E4-A159C9D4A6FA}"/>
    <dgm:cxn modelId="{9AD99A3D-87C7-EF49-9C83-6851CD8DF66F}" type="presOf" srcId="{5C8E3C3A-376F-4946-B18C-B03DCC428026}" destId="{9EB074FE-6E41-734B-80C0-49FF708A6604}" srcOrd="0" destOrd="0" presId="urn:microsoft.com/office/officeart/2005/8/layout/process2"/>
    <dgm:cxn modelId="{32B1843E-561A-E14F-8D5A-7198F7719A6D}" srcId="{DA5A0E9F-D1F6-854A-BAEA-67BE1BB30046}" destId="{B63E3A4B-F84D-EC4B-B69B-EE12635B67E1}" srcOrd="2" destOrd="0" parTransId="{6A7C22CB-59D9-0240-86E1-925ECEB1CE2C}" sibTransId="{85895CC5-5119-CC4D-B998-1DD34137B05B}"/>
    <dgm:cxn modelId="{C8537A40-B3D3-8349-AF00-075296E52FBA}" type="presOf" srcId="{72475FF0-4C56-024E-95B3-524CB164700A}" destId="{FB6DEAB1-897C-9C4D-A779-FAC24CBC0B18}" srcOrd="0" destOrd="1" presId="urn:microsoft.com/office/officeart/2005/8/layout/process2"/>
    <dgm:cxn modelId="{F17B3141-A60B-044D-9354-D43C8CE44517}" type="presOf" srcId="{9B460DA1-1507-5D47-8083-335B51D28082}" destId="{5356EC05-DCDC-B34F-A762-12AA40442F8F}" srcOrd="1" destOrd="0" presId="urn:microsoft.com/office/officeart/2005/8/layout/process2"/>
    <dgm:cxn modelId="{F3F5684A-1AFC-8A4E-A4F7-B10B89EDD600}" type="presOf" srcId="{927FC2C0-2B6E-5E46-85EB-B4FE5D89E45B}" destId="{B2367D3B-8DFD-9749-AF76-675CF4DEA878}" srcOrd="0" destOrd="0" presId="urn:microsoft.com/office/officeart/2005/8/layout/process2"/>
    <dgm:cxn modelId="{84D31C55-3019-AE4B-A92F-43605EDC6CFC}" srcId="{B63E3A4B-F84D-EC4B-B69B-EE12635B67E1}" destId="{32D97533-97D4-1947-9FEA-58AAC81786E1}" srcOrd="0" destOrd="0" parTransId="{EDA84153-FE73-5E4D-925C-C2F0416D9E1B}" sibTransId="{960D9CCA-EE2D-D443-87AD-D4AABE1628F0}"/>
    <dgm:cxn modelId="{C3EFAC5C-B2C0-AE4A-BDF7-2B95289BDA75}" type="presOf" srcId="{838BAA57-ABA9-BA4C-9B58-2C72E6578AFA}" destId="{54CFA5B9-7881-E348-91C9-33CD47C83993}" srcOrd="0" destOrd="0" presId="urn:microsoft.com/office/officeart/2005/8/layout/process2"/>
    <dgm:cxn modelId="{44E74D61-A865-384C-996F-60754ECAAD9D}" type="presOf" srcId="{FDDCD200-F2C0-DF40-BC07-840632163471}" destId="{B10C2469-1D3A-7E43-AFD8-575970F0E9DA}" srcOrd="1" destOrd="0" presId="urn:microsoft.com/office/officeart/2005/8/layout/process2"/>
    <dgm:cxn modelId="{CB04F167-BDA7-0E4F-A7E3-3723DDE53FF0}" srcId="{1AFF2D98-B131-D84B-9CD2-B977A19517CF}" destId="{44677A03-8AFA-B34F-907B-2E75D1C8FE38}" srcOrd="0" destOrd="0" parTransId="{44B7D620-7FB6-CD49-AC8F-DC5BBCF96076}" sibTransId="{FE422FD0-CC58-F546-82F2-DC6C68CE9385}"/>
    <dgm:cxn modelId="{8E131E6E-B8F8-A84E-9DEB-06149873A126}" type="presOf" srcId="{EA481906-1260-414B-A876-C8043D9B5637}" destId="{805FCE33-927E-AA47-8637-4658B852A4F4}" srcOrd="1" destOrd="0" presId="urn:microsoft.com/office/officeart/2005/8/layout/process2"/>
    <dgm:cxn modelId="{48E88B6F-E67D-094F-B6B3-69DF2F2AD283}" srcId="{78920D37-800E-C549-BDF7-1A2FBD564324}" destId="{1671EDC2-0473-DC46-BFD3-62F247F085BA}" srcOrd="0" destOrd="0" parTransId="{4090CA62-9EED-1B42-9B72-E20A5F47B13B}" sibTransId="{8B620DCF-C2D6-6E43-94E3-D2AF7C3CE672}"/>
    <dgm:cxn modelId="{C499F46F-5550-B14C-9FCA-429BCA14D23F}" type="presOf" srcId="{5C8E3C3A-376F-4946-B18C-B03DCC428026}" destId="{77CE18E2-B934-614A-973E-F2D903B71367}" srcOrd="1" destOrd="0" presId="urn:microsoft.com/office/officeart/2005/8/layout/process2"/>
    <dgm:cxn modelId="{EB9F3C74-C7BB-F140-B741-008AC15BE7E8}" type="presOf" srcId="{A47C71A9-DD30-8B48-8C31-1C6573F9C65D}" destId="{042ED750-AEA9-DB43-B7FA-0B2638139D76}" srcOrd="0" destOrd="1" presId="urn:microsoft.com/office/officeart/2005/8/layout/process2"/>
    <dgm:cxn modelId="{CBB30B7A-0896-CF4D-BE64-3108557EF6BF}" srcId="{DA5A0E9F-D1F6-854A-BAEA-67BE1BB30046}" destId="{25CF2C8D-EDD7-4F45-AD8A-2EBB43964558}" srcOrd="10" destOrd="0" parTransId="{288BC8E2-EF66-1F49-8228-9755F965DA4F}" sibTransId="{4E9DCBAB-2C3C-9544-932B-D4FE5C631244}"/>
    <dgm:cxn modelId="{7139BE7F-83DD-3648-B4BA-E1DBC880979B}" type="presOf" srcId="{47865781-2472-0147-90F8-FCF4480F2EF0}" destId="{1894DC40-EEE3-7C45-9881-FD7BE10D6774}" srcOrd="1" destOrd="0" presId="urn:microsoft.com/office/officeart/2005/8/layout/process2"/>
    <dgm:cxn modelId="{C6A3E380-0144-444C-B203-CBD62C58494A}" type="presOf" srcId="{0BB4A433-F05A-1745-AC7D-9047C9BF4A84}" destId="{11FF9B28-3B8D-9847-895D-AEAFAAC3F1B0}" srcOrd="1" destOrd="0" presId="urn:microsoft.com/office/officeart/2005/8/layout/process2"/>
    <dgm:cxn modelId="{4836FB86-CA44-3E44-96B0-45EBE9628348}" type="presOf" srcId="{32D97533-97D4-1947-9FEA-58AAC81786E1}" destId="{D6C22CEF-89C8-B344-81B5-92E9E8165E3D}" srcOrd="0" destOrd="1" presId="urn:microsoft.com/office/officeart/2005/8/layout/process2"/>
    <dgm:cxn modelId="{DFF0B888-51C9-3B48-A02D-DEC1B4DFF726}" type="presOf" srcId="{BBCCA7FF-7E6D-C14A-982A-BEA25B18109D}" destId="{54CFA5B9-7881-E348-91C9-33CD47C83993}" srcOrd="0" destOrd="1" presId="urn:microsoft.com/office/officeart/2005/8/layout/process2"/>
    <dgm:cxn modelId="{4BF6498A-EE64-7741-9884-3C0B3C383F43}" type="presOf" srcId="{3BE51E9C-C67A-FB48-A8D5-CD8F47AA5247}" destId="{4EA618ED-486C-4348-A68B-0BD5FD9A4671}" srcOrd="1" destOrd="0" presId="urn:microsoft.com/office/officeart/2005/8/layout/process2"/>
    <dgm:cxn modelId="{1C06C88D-FDF8-5949-8D53-2401E9068F61}" type="presOf" srcId="{47865781-2472-0147-90F8-FCF4480F2EF0}" destId="{8A96BD19-8E56-5249-8A61-421EE0AE3F7C}" srcOrd="0" destOrd="0" presId="urn:microsoft.com/office/officeart/2005/8/layout/process2"/>
    <dgm:cxn modelId="{D289E491-90D4-6F45-9EF9-4B19BCA26403}" srcId="{DA5A0E9F-D1F6-854A-BAEA-67BE1BB30046}" destId="{78920D37-800E-C549-BDF7-1A2FBD564324}" srcOrd="1" destOrd="0" parTransId="{D1EEC4FF-4DDE-384A-B01B-AA7409802295}" sibTransId="{9B460DA1-1507-5D47-8083-335B51D28082}"/>
    <dgm:cxn modelId="{B46D7293-F1DF-984D-9F1E-DDC7A6B2387C}" type="presOf" srcId="{0BB4A433-F05A-1745-AC7D-9047C9BF4A84}" destId="{3C565C65-CF56-054B-B9FB-96FE1EC4A3FF}" srcOrd="0" destOrd="0" presId="urn:microsoft.com/office/officeart/2005/8/layout/process2"/>
    <dgm:cxn modelId="{38750394-9C32-F242-9FCA-3667DA7E32E8}" type="presOf" srcId="{FDDCD200-F2C0-DF40-BC07-840632163471}" destId="{A7337953-3AC0-2442-A34D-AD563C85AE63}" srcOrd="0" destOrd="0" presId="urn:microsoft.com/office/officeart/2005/8/layout/process2"/>
    <dgm:cxn modelId="{3ED72F9E-4350-DF44-ACE1-D350DE7DDFE3}" type="presOf" srcId="{1671EDC2-0473-DC46-BFD3-62F247F085BA}" destId="{30A71A0E-8A6F-1C45-BD04-6705FDC62CAD}" srcOrd="0" destOrd="1" presId="urn:microsoft.com/office/officeart/2005/8/layout/process2"/>
    <dgm:cxn modelId="{D76467AD-0373-B943-A9C9-B112FA13F018}" type="presOf" srcId="{1AFF2D98-B131-D84B-9CD2-B977A19517CF}" destId="{D633FAAC-E27B-5247-86A9-018EF27D6891}" srcOrd="0" destOrd="0" presId="urn:microsoft.com/office/officeart/2005/8/layout/process2"/>
    <dgm:cxn modelId="{87B130B0-C26E-AD44-B0EE-5BF814BFB131}" srcId="{DA5A0E9F-D1F6-854A-BAEA-67BE1BB30046}" destId="{CE1FF1EE-C287-FF44-8B48-F8804D27CCCF}" srcOrd="5" destOrd="0" parTransId="{F7D70988-1C37-3D4B-AF37-4A052F242BBF}" sibTransId="{47865781-2472-0147-90F8-FCF4480F2EF0}"/>
    <dgm:cxn modelId="{D29558B2-DC48-8949-A2EB-80FB352DC186}" type="presOf" srcId="{4EFB5515-1B95-C443-BFB1-DCF670E2F6A6}" destId="{1FEFA627-F72C-7B40-BE1B-8EA806980BA5}" srcOrd="0" destOrd="1" presId="urn:microsoft.com/office/officeart/2005/8/layout/process2"/>
    <dgm:cxn modelId="{CC80AEB4-E89C-7E49-9E34-0379DB0536A3}" type="presOf" srcId="{9B460DA1-1507-5D47-8083-335B51D28082}" destId="{DCD4ABBF-09FD-2B46-9979-06DFBD6A4943}" srcOrd="0" destOrd="0" presId="urn:microsoft.com/office/officeart/2005/8/layout/process2"/>
    <dgm:cxn modelId="{92FFACC2-A23A-DC4B-AEF2-4CC72C1F17A1}" type="presOf" srcId="{E25CE257-63E0-A247-B595-CE2AA3A0C4C5}" destId="{B18CD418-34E9-E746-BA68-4BED119F2974}" srcOrd="1" destOrd="0" presId="urn:microsoft.com/office/officeart/2005/8/layout/process2"/>
    <dgm:cxn modelId="{06E4BAC8-FC7B-AC4F-9C0B-C4A5272E830E}" type="presOf" srcId="{5B84C31B-18BF-AF46-AE1F-80A3BEFD8872}" destId="{042ED750-AEA9-DB43-B7FA-0B2638139D76}" srcOrd="0" destOrd="0" presId="urn:microsoft.com/office/officeart/2005/8/layout/process2"/>
    <dgm:cxn modelId="{D40282CB-CE4B-DC47-8918-E19522FD2661}" srcId="{DA5A0E9F-D1F6-854A-BAEA-67BE1BB30046}" destId="{1AFF2D98-B131-D84B-9CD2-B977A19517CF}" srcOrd="6" destOrd="0" parTransId="{B36FAF1A-15D5-6345-8A96-55B4B7BEB241}" sibTransId="{FDDCD200-F2C0-DF40-BC07-840632163471}"/>
    <dgm:cxn modelId="{167588CE-0D61-6145-B89A-1DC057C3FD93}" type="presOf" srcId="{2171ACF5-7D5C-C349-95F7-A39E0AF41E7B}" destId="{3836818A-1D77-EB40-84BF-69F9ACF23707}" srcOrd="0" destOrd="1" presId="urn:microsoft.com/office/officeart/2005/8/layout/process2"/>
    <dgm:cxn modelId="{87E742D0-3DAB-904A-A6FE-198747B3A724}" srcId="{1C68FB6A-D693-6342-B506-476728494D00}" destId="{EDCE8364-4C34-4240-BA73-42E4C59D86A9}" srcOrd="0" destOrd="0" parTransId="{1DE9D92A-49CB-A549-AA60-A9132D1F022C}" sibTransId="{D4DC4C02-4FB9-0D4B-B597-359E229725C6}"/>
    <dgm:cxn modelId="{208ECDD5-1589-C448-A161-02B4F7D74356}" type="presOf" srcId="{25CF2C8D-EDD7-4F45-AD8A-2EBB43964558}" destId="{1FEFA627-F72C-7B40-BE1B-8EA806980BA5}" srcOrd="0" destOrd="0" presId="urn:microsoft.com/office/officeart/2005/8/layout/process2"/>
    <dgm:cxn modelId="{F54328DC-9EDA-5F48-863C-65D0CADDCE22}" srcId="{25CF2C8D-EDD7-4F45-AD8A-2EBB43964558}" destId="{4EFB5515-1B95-C443-BFB1-DCF670E2F6A6}" srcOrd="0" destOrd="0" parTransId="{FC45CA11-40B5-1D43-894F-B4ACAD2DAA12}" sibTransId="{717DDB59-EE6F-904C-AC52-53A4CE753610}"/>
    <dgm:cxn modelId="{114F27E0-C549-0A41-B1D9-DF97841C1A8C}" type="presOf" srcId="{EDCE8364-4C34-4240-BA73-42E4C59D86A9}" destId="{3079B1E8-6F20-944D-B8A7-DFA86661B70E}" srcOrd="0" destOrd="1" presId="urn:microsoft.com/office/officeart/2005/8/layout/process2"/>
    <dgm:cxn modelId="{9C91E0E0-8FDE-FE4B-9EFC-038F2ECE1A98}" type="presOf" srcId="{EA481906-1260-414B-A876-C8043D9B5637}" destId="{A4FF0ACB-C4FB-9648-AD9B-30DEE9A5CF7C}" srcOrd="0" destOrd="0" presId="urn:microsoft.com/office/officeart/2005/8/layout/process2"/>
    <dgm:cxn modelId="{B0FBE1E2-E72D-0442-BB21-C7F730F9CA65}" srcId="{CE1FF1EE-C287-FF44-8B48-F8804D27CCCF}" destId="{28BFFF45-79FF-5D43-8E19-C8EF7142BF9F}" srcOrd="0" destOrd="0" parTransId="{16EFD02B-E706-434A-80AB-215546D62C5E}" sibTransId="{B7495717-A414-534D-98FE-E82AF1489D01}"/>
    <dgm:cxn modelId="{6B0520E8-7EC2-FD42-9926-CCFE2B2BC168}" type="presOf" srcId="{44677A03-8AFA-B34F-907B-2E75D1C8FE38}" destId="{D633FAAC-E27B-5247-86A9-018EF27D6891}" srcOrd="0" destOrd="1" presId="urn:microsoft.com/office/officeart/2005/8/layout/process2"/>
    <dgm:cxn modelId="{8D6F27F5-B87E-884B-9E55-EA0F6120D9AD}" type="presOf" srcId="{85B0E38B-8F41-E445-B877-BBEF9A274B1C}" destId="{4DD63561-261C-C549-A271-43CD0EEC2820}" srcOrd="0" destOrd="0" presId="urn:microsoft.com/office/officeart/2005/8/layout/process2"/>
    <dgm:cxn modelId="{4BD576F5-76FB-494E-9AE8-76C5B66A43FB}" type="presOf" srcId="{B63E3A4B-F84D-EC4B-B69B-EE12635B67E1}" destId="{D6C22CEF-89C8-B344-81B5-92E9E8165E3D}" srcOrd="0" destOrd="0" presId="urn:microsoft.com/office/officeart/2005/8/layout/process2"/>
    <dgm:cxn modelId="{33631EF7-FAC4-DF44-9F21-8278DFF76236}" type="presOf" srcId="{CE1FF1EE-C287-FF44-8B48-F8804D27CCCF}" destId="{AD7044EE-5D87-5A48-BA25-89BD15F89CD4}" srcOrd="0" destOrd="0" presId="urn:microsoft.com/office/officeart/2005/8/layout/process2"/>
    <dgm:cxn modelId="{0CCC0FF8-5497-4B43-82E0-2623E5909341}" type="presOf" srcId="{85895CC5-5119-CC4D-B998-1DD34137B05B}" destId="{0B41140C-C596-4447-879D-3C4A1CDFCC44}" srcOrd="1" destOrd="0" presId="urn:microsoft.com/office/officeart/2005/8/layout/process2"/>
    <dgm:cxn modelId="{485619FA-554D-474C-A4A0-C9275C7A46CC}" srcId="{DA5A0E9F-D1F6-854A-BAEA-67BE1BB30046}" destId="{85B0E38B-8F41-E445-B877-BBEF9A274B1C}" srcOrd="9" destOrd="0" parTransId="{B17346D9-8E4B-594E-A1B9-EFAC52ABFA4B}" sibTransId="{EA481906-1260-414B-A876-C8043D9B5637}"/>
    <dgm:cxn modelId="{BEBFE2FB-47A5-4248-80DD-53C12A7D7122}" srcId="{DA5A0E9F-D1F6-854A-BAEA-67BE1BB30046}" destId="{913D8FCC-C712-7246-9412-72CC6566FDB4}" srcOrd="7" destOrd="0" parTransId="{EC726323-8C3B-2544-8BEB-6CAB48920AD8}" sibTransId="{0BB4A433-F05A-1745-AC7D-9047C9BF4A84}"/>
    <dgm:cxn modelId="{54E3E9FD-7268-7A48-860C-25E359F1B27F}" type="presOf" srcId="{913D8FCC-C712-7246-9412-72CC6566FDB4}" destId="{FB6DEAB1-897C-9C4D-A779-FAC24CBC0B18}" srcOrd="0" destOrd="0" presId="urn:microsoft.com/office/officeart/2005/8/layout/process2"/>
    <dgm:cxn modelId="{D71F0AFE-BC1D-5D43-AB79-F00CA412C799}" type="presOf" srcId="{78920D37-800E-C549-BDF7-1A2FBD564324}" destId="{30A71A0E-8A6F-1C45-BD04-6705FDC62CAD}" srcOrd="0" destOrd="0" presId="urn:microsoft.com/office/officeart/2005/8/layout/process2"/>
    <dgm:cxn modelId="{F754EAFE-7F8F-5548-9C65-53AD0F65543D}" type="presOf" srcId="{4B2769EB-3CBA-E54F-B285-F4D404C16E81}" destId="{4DD63561-261C-C549-A271-43CD0EEC2820}" srcOrd="0" destOrd="1" presId="urn:microsoft.com/office/officeart/2005/8/layout/process2"/>
    <dgm:cxn modelId="{97EE243D-2EBF-CC47-9E91-B0AEB4300863}" type="presParOf" srcId="{2641C420-F9DF-6E46-8A79-415566BC84F1}" destId="{042ED750-AEA9-DB43-B7FA-0B2638139D76}" srcOrd="0" destOrd="0" presId="urn:microsoft.com/office/officeart/2005/8/layout/process2"/>
    <dgm:cxn modelId="{BB6EE365-494A-EF42-8FA3-389EC7654B2D}" type="presParOf" srcId="{2641C420-F9DF-6E46-8A79-415566BC84F1}" destId="{15887E7E-4C67-134C-B05D-69E9D99ACEDC}" srcOrd="1" destOrd="0" presId="urn:microsoft.com/office/officeart/2005/8/layout/process2"/>
    <dgm:cxn modelId="{FFC57086-F71D-B64D-AD47-1C1F6BCA63D7}" type="presParOf" srcId="{15887E7E-4C67-134C-B05D-69E9D99ACEDC}" destId="{4EA618ED-486C-4348-A68B-0BD5FD9A4671}" srcOrd="0" destOrd="0" presId="urn:microsoft.com/office/officeart/2005/8/layout/process2"/>
    <dgm:cxn modelId="{34DD4B85-EB85-A140-AD77-3EFB283944A3}" type="presParOf" srcId="{2641C420-F9DF-6E46-8A79-415566BC84F1}" destId="{30A71A0E-8A6F-1C45-BD04-6705FDC62CAD}" srcOrd="2" destOrd="0" presId="urn:microsoft.com/office/officeart/2005/8/layout/process2"/>
    <dgm:cxn modelId="{6A412599-9EA2-2A42-88DC-82692340594E}" type="presParOf" srcId="{2641C420-F9DF-6E46-8A79-415566BC84F1}" destId="{DCD4ABBF-09FD-2B46-9979-06DFBD6A4943}" srcOrd="3" destOrd="0" presId="urn:microsoft.com/office/officeart/2005/8/layout/process2"/>
    <dgm:cxn modelId="{9C5A53EE-AEE8-604C-8740-C8D3A0B01345}" type="presParOf" srcId="{DCD4ABBF-09FD-2B46-9979-06DFBD6A4943}" destId="{5356EC05-DCDC-B34F-A762-12AA40442F8F}" srcOrd="0" destOrd="0" presId="urn:microsoft.com/office/officeart/2005/8/layout/process2"/>
    <dgm:cxn modelId="{52504D8C-B08B-9140-B7EA-95CFB8F581F7}" type="presParOf" srcId="{2641C420-F9DF-6E46-8A79-415566BC84F1}" destId="{D6C22CEF-89C8-B344-81B5-92E9E8165E3D}" srcOrd="4" destOrd="0" presId="urn:microsoft.com/office/officeart/2005/8/layout/process2"/>
    <dgm:cxn modelId="{161E029D-8767-2F43-8534-36CF2A970B0C}" type="presParOf" srcId="{2641C420-F9DF-6E46-8A79-415566BC84F1}" destId="{F15C6C46-46E5-CA4E-A82F-8C6647BE0212}" srcOrd="5" destOrd="0" presId="urn:microsoft.com/office/officeart/2005/8/layout/process2"/>
    <dgm:cxn modelId="{B3A5853D-98D5-A145-B2CF-FC76BDBA79B9}" type="presParOf" srcId="{F15C6C46-46E5-CA4E-A82F-8C6647BE0212}" destId="{0B41140C-C596-4447-879D-3C4A1CDFCC44}" srcOrd="0" destOrd="0" presId="urn:microsoft.com/office/officeart/2005/8/layout/process2"/>
    <dgm:cxn modelId="{869C80A3-5EC5-CE45-BD0C-5E16545C6EC5}" type="presParOf" srcId="{2641C420-F9DF-6E46-8A79-415566BC84F1}" destId="{3836818A-1D77-EB40-84BF-69F9ACF23707}" srcOrd="6" destOrd="0" presId="urn:microsoft.com/office/officeart/2005/8/layout/process2"/>
    <dgm:cxn modelId="{BF4BB6FA-42D1-EC44-822D-58DFFB750E70}" type="presParOf" srcId="{2641C420-F9DF-6E46-8A79-415566BC84F1}" destId="{B2367D3B-8DFD-9749-AF76-675CF4DEA878}" srcOrd="7" destOrd="0" presId="urn:microsoft.com/office/officeart/2005/8/layout/process2"/>
    <dgm:cxn modelId="{2AEA2F21-E2CE-DC4F-BFED-08F275AD2952}" type="presParOf" srcId="{B2367D3B-8DFD-9749-AF76-675CF4DEA878}" destId="{7167D43F-33BC-2A45-8EBC-61583AE4BF09}" srcOrd="0" destOrd="0" presId="urn:microsoft.com/office/officeart/2005/8/layout/process2"/>
    <dgm:cxn modelId="{21D757D7-AF5C-F94C-A934-C64EF0CB1F04}" type="presParOf" srcId="{2641C420-F9DF-6E46-8A79-415566BC84F1}" destId="{3079B1E8-6F20-944D-B8A7-DFA86661B70E}" srcOrd="8" destOrd="0" presId="urn:microsoft.com/office/officeart/2005/8/layout/process2"/>
    <dgm:cxn modelId="{C4F2468A-BD63-B04A-95FE-49523BF34EF0}" type="presParOf" srcId="{2641C420-F9DF-6E46-8A79-415566BC84F1}" destId="{E9346EB0-BB98-FC45-B39A-4F9479D8612F}" srcOrd="9" destOrd="0" presId="urn:microsoft.com/office/officeart/2005/8/layout/process2"/>
    <dgm:cxn modelId="{631141DF-0A2B-CC43-B1CE-F452C4E39DA3}" type="presParOf" srcId="{E9346EB0-BB98-FC45-B39A-4F9479D8612F}" destId="{B18CD418-34E9-E746-BA68-4BED119F2974}" srcOrd="0" destOrd="0" presId="urn:microsoft.com/office/officeart/2005/8/layout/process2"/>
    <dgm:cxn modelId="{81885025-6B45-7748-B114-45BA642700A3}" type="presParOf" srcId="{2641C420-F9DF-6E46-8A79-415566BC84F1}" destId="{AD7044EE-5D87-5A48-BA25-89BD15F89CD4}" srcOrd="10" destOrd="0" presId="urn:microsoft.com/office/officeart/2005/8/layout/process2"/>
    <dgm:cxn modelId="{C67042FC-6110-FF4F-9363-79D12D7EC343}" type="presParOf" srcId="{2641C420-F9DF-6E46-8A79-415566BC84F1}" destId="{8A96BD19-8E56-5249-8A61-421EE0AE3F7C}" srcOrd="11" destOrd="0" presId="urn:microsoft.com/office/officeart/2005/8/layout/process2"/>
    <dgm:cxn modelId="{B5CCD2FB-36B0-6E46-99C9-7C4B1C1770D2}" type="presParOf" srcId="{8A96BD19-8E56-5249-8A61-421EE0AE3F7C}" destId="{1894DC40-EEE3-7C45-9881-FD7BE10D6774}" srcOrd="0" destOrd="0" presId="urn:microsoft.com/office/officeart/2005/8/layout/process2"/>
    <dgm:cxn modelId="{DF0AFA36-0B7A-AF4B-8275-009FA4890191}" type="presParOf" srcId="{2641C420-F9DF-6E46-8A79-415566BC84F1}" destId="{D633FAAC-E27B-5247-86A9-018EF27D6891}" srcOrd="12" destOrd="0" presId="urn:microsoft.com/office/officeart/2005/8/layout/process2"/>
    <dgm:cxn modelId="{D8F7F462-7AC3-4648-92C1-F9821A556BC2}" type="presParOf" srcId="{2641C420-F9DF-6E46-8A79-415566BC84F1}" destId="{A7337953-3AC0-2442-A34D-AD563C85AE63}" srcOrd="13" destOrd="0" presId="urn:microsoft.com/office/officeart/2005/8/layout/process2"/>
    <dgm:cxn modelId="{80B22571-C9E1-4948-96C3-9F88EF907257}" type="presParOf" srcId="{A7337953-3AC0-2442-A34D-AD563C85AE63}" destId="{B10C2469-1D3A-7E43-AFD8-575970F0E9DA}" srcOrd="0" destOrd="0" presId="urn:microsoft.com/office/officeart/2005/8/layout/process2"/>
    <dgm:cxn modelId="{2AB2DAF7-5CE9-1944-8F54-0FD31E20F265}" type="presParOf" srcId="{2641C420-F9DF-6E46-8A79-415566BC84F1}" destId="{FB6DEAB1-897C-9C4D-A779-FAC24CBC0B18}" srcOrd="14" destOrd="0" presId="urn:microsoft.com/office/officeart/2005/8/layout/process2"/>
    <dgm:cxn modelId="{43003C3F-BD53-1241-8EA6-BB27A64382B1}" type="presParOf" srcId="{2641C420-F9DF-6E46-8A79-415566BC84F1}" destId="{3C565C65-CF56-054B-B9FB-96FE1EC4A3FF}" srcOrd="15" destOrd="0" presId="urn:microsoft.com/office/officeart/2005/8/layout/process2"/>
    <dgm:cxn modelId="{64DF8A05-044E-004F-B9D9-C2E4092CD83F}" type="presParOf" srcId="{3C565C65-CF56-054B-B9FB-96FE1EC4A3FF}" destId="{11FF9B28-3B8D-9847-895D-AEAFAAC3F1B0}" srcOrd="0" destOrd="0" presId="urn:microsoft.com/office/officeart/2005/8/layout/process2"/>
    <dgm:cxn modelId="{2F7FA187-3EC0-8149-8913-6BAB1B8AD38D}" type="presParOf" srcId="{2641C420-F9DF-6E46-8A79-415566BC84F1}" destId="{54CFA5B9-7881-E348-91C9-33CD47C83993}" srcOrd="16" destOrd="0" presId="urn:microsoft.com/office/officeart/2005/8/layout/process2"/>
    <dgm:cxn modelId="{6F3C8B82-9EBC-A24E-A600-954201A45FEB}" type="presParOf" srcId="{2641C420-F9DF-6E46-8A79-415566BC84F1}" destId="{9EB074FE-6E41-734B-80C0-49FF708A6604}" srcOrd="17" destOrd="0" presId="urn:microsoft.com/office/officeart/2005/8/layout/process2"/>
    <dgm:cxn modelId="{BC5300FB-BCBC-9543-8D7D-F312699225F6}" type="presParOf" srcId="{9EB074FE-6E41-734B-80C0-49FF708A6604}" destId="{77CE18E2-B934-614A-973E-F2D903B71367}" srcOrd="0" destOrd="0" presId="urn:microsoft.com/office/officeart/2005/8/layout/process2"/>
    <dgm:cxn modelId="{D8170D4B-F11B-DE40-8D7D-AE9A0EB8934A}" type="presParOf" srcId="{2641C420-F9DF-6E46-8A79-415566BC84F1}" destId="{4DD63561-261C-C549-A271-43CD0EEC2820}" srcOrd="18" destOrd="0" presId="urn:microsoft.com/office/officeart/2005/8/layout/process2"/>
    <dgm:cxn modelId="{4D47427E-3EC6-264C-BF4B-984BEB3167C2}" type="presParOf" srcId="{2641C420-F9DF-6E46-8A79-415566BC84F1}" destId="{A4FF0ACB-C4FB-9648-AD9B-30DEE9A5CF7C}" srcOrd="19" destOrd="0" presId="urn:microsoft.com/office/officeart/2005/8/layout/process2"/>
    <dgm:cxn modelId="{4F100B86-E032-0348-8630-C1E11E743258}" type="presParOf" srcId="{A4FF0ACB-C4FB-9648-AD9B-30DEE9A5CF7C}" destId="{805FCE33-927E-AA47-8637-4658B852A4F4}" srcOrd="0" destOrd="0" presId="urn:microsoft.com/office/officeart/2005/8/layout/process2"/>
    <dgm:cxn modelId="{8FD38D4C-3CFA-9941-B0BB-5E69C52315EF}" type="presParOf" srcId="{2641C420-F9DF-6E46-8A79-415566BC84F1}" destId="{1FEFA627-F72C-7B40-BE1B-8EA806980BA5}" srcOrd="2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8372CB-755A-6E41-AFCB-CAEBE7016243}">
      <dsp:nvSpPr>
        <dsp:cNvPr id="0" name=""/>
        <dsp:cNvSpPr/>
      </dsp:nvSpPr>
      <dsp:spPr>
        <a:xfrm>
          <a:off x="1040917" y="2144"/>
          <a:ext cx="2017771" cy="635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Training Data</a:t>
          </a:r>
        </a:p>
      </dsp:txBody>
      <dsp:txXfrm>
        <a:off x="1059531" y="20758"/>
        <a:ext cx="1980543" cy="598290"/>
      </dsp:txXfrm>
    </dsp:sp>
    <dsp:sp modelId="{C6B61FA2-3337-654D-B98A-4FDA92F76DF2}">
      <dsp:nvSpPr>
        <dsp:cNvPr id="0" name=""/>
        <dsp:cNvSpPr/>
      </dsp:nvSpPr>
      <dsp:spPr>
        <a:xfrm rot="5400000">
          <a:off x="1930643" y="653551"/>
          <a:ext cx="238319" cy="28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 rot="-5400000">
        <a:off x="1964008" y="677383"/>
        <a:ext cx="171589" cy="166823"/>
      </dsp:txXfrm>
    </dsp:sp>
    <dsp:sp modelId="{EC66B75D-2724-4141-99F1-BAC0D3112BA9}">
      <dsp:nvSpPr>
        <dsp:cNvPr id="0" name=""/>
        <dsp:cNvSpPr/>
      </dsp:nvSpPr>
      <dsp:spPr>
        <a:xfrm>
          <a:off x="1040917" y="955422"/>
          <a:ext cx="2017771" cy="635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Trained Model</a:t>
          </a:r>
        </a:p>
      </dsp:txBody>
      <dsp:txXfrm>
        <a:off x="1059531" y="974036"/>
        <a:ext cx="1980543" cy="598290"/>
      </dsp:txXfrm>
    </dsp:sp>
    <dsp:sp modelId="{E439697A-8C72-B642-BF1F-28C5C6FD0C2E}">
      <dsp:nvSpPr>
        <dsp:cNvPr id="0" name=""/>
        <dsp:cNvSpPr/>
      </dsp:nvSpPr>
      <dsp:spPr>
        <a:xfrm rot="5400000">
          <a:off x="1930643" y="1606829"/>
          <a:ext cx="238319" cy="28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 rot="-5400000">
        <a:off x="1964008" y="1630661"/>
        <a:ext cx="171589" cy="166823"/>
      </dsp:txXfrm>
    </dsp:sp>
    <dsp:sp modelId="{23933C12-0A5D-804C-9084-75E24976F690}">
      <dsp:nvSpPr>
        <dsp:cNvPr id="0" name=""/>
        <dsp:cNvSpPr/>
      </dsp:nvSpPr>
      <dsp:spPr>
        <a:xfrm>
          <a:off x="1040917" y="1908700"/>
          <a:ext cx="2017771" cy="635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Deletion Request received</a:t>
          </a:r>
        </a:p>
      </dsp:txBody>
      <dsp:txXfrm>
        <a:off x="1059531" y="1927314"/>
        <a:ext cx="1980543" cy="598290"/>
      </dsp:txXfrm>
    </dsp:sp>
    <dsp:sp modelId="{89F1500C-C28E-6B43-8E2B-EE41698F57FD}">
      <dsp:nvSpPr>
        <dsp:cNvPr id="0" name=""/>
        <dsp:cNvSpPr/>
      </dsp:nvSpPr>
      <dsp:spPr>
        <a:xfrm rot="5400000">
          <a:off x="1930643" y="2560107"/>
          <a:ext cx="238319" cy="28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 rot="-5400000">
        <a:off x="1964008" y="2583939"/>
        <a:ext cx="171589" cy="166823"/>
      </dsp:txXfrm>
    </dsp:sp>
    <dsp:sp modelId="{6420C128-F6D8-7F4E-B9B0-B2FD17E06A29}">
      <dsp:nvSpPr>
        <dsp:cNvPr id="0" name=""/>
        <dsp:cNvSpPr/>
      </dsp:nvSpPr>
      <dsp:spPr>
        <a:xfrm>
          <a:off x="1040917" y="2861978"/>
          <a:ext cx="2017771" cy="635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Records deleted from dataset</a:t>
          </a: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But their influence may remain in the trained model</a:t>
          </a:r>
        </a:p>
      </dsp:txBody>
      <dsp:txXfrm>
        <a:off x="1059531" y="2880592"/>
        <a:ext cx="1980543" cy="598290"/>
      </dsp:txXfrm>
    </dsp:sp>
    <dsp:sp modelId="{096D4DC1-DF5A-1549-A90B-629D69DC30E5}">
      <dsp:nvSpPr>
        <dsp:cNvPr id="0" name=""/>
        <dsp:cNvSpPr/>
      </dsp:nvSpPr>
      <dsp:spPr>
        <a:xfrm rot="5400000">
          <a:off x="1930643" y="3513385"/>
          <a:ext cx="238319" cy="28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 rot="-5400000">
        <a:off x="1964008" y="3537217"/>
        <a:ext cx="171589" cy="166823"/>
      </dsp:txXfrm>
    </dsp:sp>
    <dsp:sp modelId="{AAFC3216-9B66-B147-A55C-F99A82D8A6DB}">
      <dsp:nvSpPr>
        <dsp:cNvPr id="0" name=""/>
        <dsp:cNvSpPr/>
      </dsp:nvSpPr>
      <dsp:spPr>
        <a:xfrm>
          <a:off x="1040917" y="3815256"/>
          <a:ext cx="2017771" cy="635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Machine Unlearning</a:t>
          </a:r>
        </a:p>
      </dsp:txBody>
      <dsp:txXfrm>
        <a:off x="1059531" y="3833870"/>
        <a:ext cx="1980543" cy="598290"/>
      </dsp:txXfrm>
    </dsp:sp>
    <dsp:sp modelId="{5B4178D3-9EBF-784B-8066-56CF18FDE817}">
      <dsp:nvSpPr>
        <dsp:cNvPr id="0" name=""/>
        <dsp:cNvSpPr/>
      </dsp:nvSpPr>
      <dsp:spPr>
        <a:xfrm rot="5400000">
          <a:off x="1930643" y="4466663"/>
          <a:ext cx="238319" cy="28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 rot="-5400000">
        <a:off x="1964008" y="4490495"/>
        <a:ext cx="171589" cy="166823"/>
      </dsp:txXfrm>
    </dsp:sp>
    <dsp:sp modelId="{14B3603A-0346-DA42-BB66-FECFBF92707D}">
      <dsp:nvSpPr>
        <dsp:cNvPr id="0" name=""/>
        <dsp:cNvSpPr/>
      </dsp:nvSpPr>
      <dsp:spPr>
        <a:xfrm>
          <a:off x="1040917" y="4768534"/>
          <a:ext cx="2017771" cy="635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Goal: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Remove the influence of deleted records from model</a:t>
          </a:r>
        </a:p>
      </dsp:txBody>
      <dsp:txXfrm>
        <a:off x="1059531" y="4787148"/>
        <a:ext cx="1980543" cy="5982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B5A62E-FE3B-D945-AA9D-E80FEE30935F}">
      <dsp:nvSpPr>
        <dsp:cNvPr id="0" name=""/>
        <dsp:cNvSpPr/>
      </dsp:nvSpPr>
      <dsp:spPr>
        <a:xfrm>
          <a:off x="414762" y="467"/>
          <a:ext cx="1210510" cy="5471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BASELINE MODEL</a:t>
          </a:r>
        </a:p>
      </dsp:txBody>
      <dsp:txXfrm>
        <a:off x="430787" y="16492"/>
        <a:ext cx="1178460" cy="515073"/>
      </dsp:txXfrm>
    </dsp:sp>
    <dsp:sp modelId="{13F5F7A6-1CBF-3F46-961A-F34A7F80F3E5}">
      <dsp:nvSpPr>
        <dsp:cNvPr id="0" name=""/>
        <dsp:cNvSpPr/>
      </dsp:nvSpPr>
      <dsp:spPr>
        <a:xfrm rot="5400000">
          <a:off x="917432" y="561268"/>
          <a:ext cx="205171" cy="2462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 rot="-5400000">
        <a:off x="946157" y="581785"/>
        <a:ext cx="147723" cy="143620"/>
      </dsp:txXfrm>
    </dsp:sp>
    <dsp:sp modelId="{F50E62AC-9095-9244-A982-02780C86E306}">
      <dsp:nvSpPr>
        <dsp:cNvPr id="0" name=""/>
        <dsp:cNvSpPr/>
      </dsp:nvSpPr>
      <dsp:spPr>
        <a:xfrm>
          <a:off x="414762" y="821152"/>
          <a:ext cx="1210510" cy="5471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Use ALL the training data</a:t>
          </a:r>
        </a:p>
      </dsp:txBody>
      <dsp:txXfrm>
        <a:off x="430787" y="837177"/>
        <a:ext cx="1178460" cy="515073"/>
      </dsp:txXfrm>
    </dsp:sp>
    <dsp:sp modelId="{5B74DC5E-1AD3-B448-B0CA-ADF03386ACB4}">
      <dsp:nvSpPr>
        <dsp:cNvPr id="0" name=""/>
        <dsp:cNvSpPr/>
      </dsp:nvSpPr>
      <dsp:spPr>
        <a:xfrm rot="5400000">
          <a:off x="917432" y="1381953"/>
          <a:ext cx="205171" cy="2462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 rot="-5400000">
        <a:off x="946157" y="1402470"/>
        <a:ext cx="147723" cy="143620"/>
      </dsp:txXfrm>
    </dsp:sp>
    <dsp:sp modelId="{1B626975-9BA8-484B-BC6A-E2F837248C5D}">
      <dsp:nvSpPr>
        <dsp:cNvPr id="0" name=""/>
        <dsp:cNvSpPr/>
      </dsp:nvSpPr>
      <dsp:spPr>
        <a:xfrm>
          <a:off x="414762" y="1641837"/>
          <a:ext cx="1210510" cy="5471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Prepare Feature</a:t>
          </a:r>
        </a:p>
      </dsp:txBody>
      <dsp:txXfrm>
        <a:off x="430787" y="1657862"/>
        <a:ext cx="1178460" cy="515073"/>
      </dsp:txXfrm>
    </dsp:sp>
    <dsp:sp modelId="{BB0E1D0D-C95E-7F49-9510-4FDB01BABFC9}">
      <dsp:nvSpPr>
        <dsp:cNvPr id="0" name=""/>
        <dsp:cNvSpPr/>
      </dsp:nvSpPr>
      <dsp:spPr>
        <a:xfrm rot="5400000">
          <a:off x="917432" y="2202638"/>
          <a:ext cx="205171" cy="2462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 rot="-5400000">
        <a:off x="946157" y="2223155"/>
        <a:ext cx="147723" cy="143620"/>
      </dsp:txXfrm>
    </dsp:sp>
    <dsp:sp modelId="{449B9768-6912-FD44-B651-115E4CECDE37}">
      <dsp:nvSpPr>
        <dsp:cNvPr id="0" name=""/>
        <dsp:cNvSpPr/>
      </dsp:nvSpPr>
      <dsp:spPr>
        <a:xfrm>
          <a:off x="414762" y="2462522"/>
          <a:ext cx="1210510" cy="5471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Train MLP from scratch</a:t>
          </a:r>
        </a:p>
      </dsp:txBody>
      <dsp:txXfrm>
        <a:off x="430787" y="2478547"/>
        <a:ext cx="1178460" cy="515073"/>
      </dsp:txXfrm>
    </dsp:sp>
    <dsp:sp modelId="{EAC89128-C0DA-0D4F-A597-46A5F98B287E}">
      <dsp:nvSpPr>
        <dsp:cNvPr id="0" name=""/>
        <dsp:cNvSpPr/>
      </dsp:nvSpPr>
      <dsp:spPr>
        <a:xfrm rot="5400000">
          <a:off x="917432" y="3023323"/>
          <a:ext cx="205171" cy="2462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 rot="-5400000">
        <a:off x="946157" y="3043840"/>
        <a:ext cx="147723" cy="143620"/>
      </dsp:txXfrm>
    </dsp:sp>
    <dsp:sp modelId="{19E7A5FB-5924-BC4D-B0D1-6BEEE7B962A6}">
      <dsp:nvSpPr>
        <dsp:cNvPr id="0" name=""/>
        <dsp:cNvSpPr/>
      </dsp:nvSpPr>
      <dsp:spPr>
        <a:xfrm>
          <a:off x="414762" y="3283207"/>
          <a:ext cx="1210510" cy="5471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ORIGINAL MODEL</a:t>
          </a:r>
        </a:p>
      </dsp:txBody>
      <dsp:txXfrm>
        <a:off x="430787" y="3299232"/>
        <a:ext cx="1178460" cy="5150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B5A62E-FE3B-D945-AA9D-E80FEE30935F}">
      <dsp:nvSpPr>
        <dsp:cNvPr id="0" name=""/>
        <dsp:cNvSpPr/>
      </dsp:nvSpPr>
      <dsp:spPr>
        <a:xfrm>
          <a:off x="78819" y="0"/>
          <a:ext cx="1615902" cy="44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DELETION REQUEST</a:t>
          </a:r>
        </a:p>
      </dsp:txBody>
      <dsp:txXfrm>
        <a:off x="91825" y="13006"/>
        <a:ext cx="1589890" cy="418031"/>
      </dsp:txXfrm>
    </dsp:sp>
    <dsp:sp modelId="{13F5F7A6-1CBF-3F46-961A-F34A7F80F3E5}">
      <dsp:nvSpPr>
        <dsp:cNvPr id="0" name=""/>
        <dsp:cNvSpPr/>
      </dsp:nvSpPr>
      <dsp:spPr>
        <a:xfrm rot="5559656">
          <a:off x="787347" y="455894"/>
          <a:ext cx="167821" cy="1998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812481" y="471920"/>
        <a:ext cx="119891" cy="117475"/>
      </dsp:txXfrm>
    </dsp:sp>
    <dsp:sp modelId="{F50E62AC-9095-9244-A982-02780C86E306}">
      <dsp:nvSpPr>
        <dsp:cNvPr id="0" name=""/>
        <dsp:cNvSpPr/>
      </dsp:nvSpPr>
      <dsp:spPr>
        <a:xfrm>
          <a:off x="47794" y="667564"/>
          <a:ext cx="1615902" cy="44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Remove Forget Set</a:t>
          </a:r>
        </a:p>
      </dsp:txBody>
      <dsp:txXfrm>
        <a:off x="60800" y="680570"/>
        <a:ext cx="1589890" cy="418031"/>
      </dsp:txXfrm>
    </dsp:sp>
    <dsp:sp modelId="{5B74DC5E-1AD3-B448-B0CA-ADF03386ACB4}">
      <dsp:nvSpPr>
        <dsp:cNvPr id="0" name=""/>
        <dsp:cNvSpPr/>
      </dsp:nvSpPr>
      <dsp:spPr>
        <a:xfrm rot="5400000">
          <a:off x="772487" y="1122708"/>
          <a:ext cx="166516" cy="1998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795800" y="1139360"/>
        <a:ext cx="119891" cy="116561"/>
      </dsp:txXfrm>
    </dsp:sp>
    <dsp:sp modelId="{1B626975-9BA8-484B-BC6A-E2F837248C5D}">
      <dsp:nvSpPr>
        <dsp:cNvPr id="0" name=""/>
        <dsp:cNvSpPr/>
      </dsp:nvSpPr>
      <dsp:spPr>
        <a:xfrm>
          <a:off x="47794" y="1333629"/>
          <a:ext cx="1615902" cy="44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RETAIN SET</a:t>
          </a:r>
        </a:p>
      </dsp:txBody>
      <dsp:txXfrm>
        <a:off x="60800" y="1346635"/>
        <a:ext cx="1589890" cy="418031"/>
      </dsp:txXfrm>
    </dsp:sp>
    <dsp:sp modelId="{BB0E1D0D-C95E-7F49-9510-4FDB01BABFC9}">
      <dsp:nvSpPr>
        <dsp:cNvPr id="0" name=""/>
        <dsp:cNvSpPr/>
      </dsp:nvSpPr>
      <dsp:spPr>
        <a:xfrm rot="5400000">
          <a:off x="772487" y="1788774"/>
          <a:ext cx="166516" cy="1998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795800" y="1805426"/>
        <a:ext cx="119891" cy="116561"/>
      </dsp:txXfrm>
    </dsp:sp>
    <dsp:sp modelId="{449B9768-6912-FD44-B651-115E4CECDE37}">
      <dsp:nvSpPr>
        <dsp:cNvPr id="0" name=""/>
        <dsp:cNvSpPr/>
      </dsp:nvSpPr>
      <dsp:spPr>
        <a:xfrm>
          <a:off x="47794" y="1999694"/>
          <a:ext cx="1615902" cy="44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Prepare Features</a:t>
          </a:r>
        </a:p>
      </dsp:txBody>
      <dsp:txXfrm>
        <a:off x="60800" y="2012700"/>
        <a:ext cx="1589890" cy="418031"/>
      </dsp:txXfrm>
    </dsp:sp>
    <dsp:sp modelId="{EAC89128-C0DA-0D4F-A597-46A5F98B287E}">
      <dsp:nvSpPr>
        <dsp:cNvPr id="0" name=""/>
        <dsp:cNvSpPr/>
      </dsp:nvSpPr>
      <dsp:spPr>
        <a:xfrm rot="5400000">
          <a:off x="772487" y="2454839"/>
          <a:ext cx="166516" cy="1998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795800" y="2471491"/>
        <a:ext cx="119891" cy="116561"/>
      </dsp:txXfrm>
    </dsp:sp>
    <dsp:sp modelId="{19E7A5FB-5924-BC4D-B0D1-6BEEE7B962A6}">
      <dsp:nvSpPr>
        <dsp:cNvPr id="0" name=""/>
        <dsp:cNvSpPr/>
      </dsp:nvSpPr>
      <dsp:spPr>
        <a:xfrm>
          <a:off x="47794" y="2665760"/>
          <a:ext cx="1615902" cy="44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Train NEW MLP from scratch</a:t>
          </a:r>
        </a:p>
      </dsp:txBody>
      <dsp:txXfrm>
        <a:off x="60800" y="2678766"/>
        <a:ext cx="1589890" cy="418031"/>
      </dsp:txXfrm>
    </dsp:sp>
    <dsp:sp modelId="{4BEF0D08-7DC3-9F41-9526-47CEE1D8F7D8}">
      <dsp:nvSpPr>
        <dsp:cNvPr id="0" name=""/>
        <dsp:cNvSpPr/>
      </dsp:nvSpPr>
      <dsp:spPr>
        <a:xfrm rot="5400000">
          <a:off x="772487" y="3120905"/>
          <a:ext cx="166516" cy="1998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795800" y="3137557"/>
        <a:ext cx="119891" cy="116561"/>
      </dsp:txXfrm>
    </dsp:sp>
    <dsp:sp modelId="{03424180-A09D-A846-A7D4-6AE829561347}">
      <dsp:nvSpPr>
        <dsp:cNvPr id="0" name=""/>
        <dsp:cNvSpPr/>
      </dsp:nvSpPr>
      <dsp:spPr>
        <a:xfrm>
          <a:off x="47794" y="3331825"/>
          <a:ext cx="1615902" cy="44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FULL RETRAINED MODEL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Forgetting Reference</a:t>
          </a:r>
        </a:p>
      </dsp:txBody>
      <dsp:txXfrm>
        <a:off x="60800" y="3344831"/>
        <a:ext cx="1589890" cy="4180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0704D-BD29-1844-9187-4A264758386F}">
      <dsp:nvSpPr>
        <dsp:cNvPr id="0" name=""/>
        <dsp:cNvSpPr/>
      </dsp:nvSpPr>
      <dsp:spPr>
        <a:xfrm>
          <a:off x="716809" y="1619"/>
          <a:ext cx="2105452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Pre-Trained Baseline MLP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Already trained on full dataset</a:t>
          </a:r>
        </a:p>
      </dsp:txBody>
      <dsp:txXfrm>
        <a:off x="733695" y="18505"/>
        <a:ext cx="2071680" cy="542755"/>
      </dsp:txXfrm>
    </dsp:sp>
    <dsp:sp modelId="{DF66C4E6-9187-C346-BB65-F94CF9AFC47C}">
      <dsp:nvSpPr>
        <dsp:cNvPr id="0" name=""/>
        <dsp:cNvSpPr/>
      </dsp:nvSpPr>
      <dsp:spPr>
        <a:xfrm rot="5400000">
          <a:off x="1661436" y="592560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614180"/>
        <a:ext cx="155663" cy="151338"/>
      </dsp:txXfrm>
    </dsp:sp>
    <dsp:sp modelId="{9EFC4953-0E45-184E-AFB7-4C0D20287E34}">
      <dsp:nvSpPr>
        <dsp:cNvPr id="0" name=""/>
        <dsp:cNvSpPr/>
      </dsp:nvSpPr>
      <dsp:spPr>
        <a:xfrm>
          <a:off x="716809" y="866411"/>
          <a:ext cx="2105452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Load Baseline Weights</a:t>
          </a:r>
        </a:p>
      </dsp:txBody>
      <dsp:txXfrm>
        <a:off x="733695" y="883297"/>
        <a:ext cx="2071680" cy="542755"/>
      </dsp:txXfrm>
    </dsp:sp>
    <dsp:sp modelId="{238FA705-DAEA-494F-BCB4-879DCDC03C06}">
      <dsp:nvSpPr>
        <dsp:cNvPr id="0" name=""/>
        <dsp:cNvSpPr/>
      </dsp:nvSpPr>
      <dsp:spPr>
        <a:xfrm rot="5400000">
          <a:off x="1661436" y="1457352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1478972"/>
        <a:ext cx="155663" cy="151338"/>
      </dsp:txXfrm>
    </dsp:sp>
    <dsp:sp modelId="{32192C23-92D1-9544-B56E-29346257A4EF}">
      <dsp:nvSpPr>
        <dsp:cNvPr id="0" name=""/>
        <dsp:cNvSpPr/>
      </dsp:nvSpPr>
      <dsp:spPr>
        <a:xfrm>
          <a:off x="716809" y="1731202"/>
          <a:ext cx="2105452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Retain Training Set only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Forget-set records are excluded</a:t>
          </a:r>
        </a:p>
      </dsp:txBody>
      <dsp:txXfrm>
        <a:off x="733695" y="1748088"/>
        <a:ext cx="2071680" cy="542755"/>
      </dsp:txXfrm>
    </dsp:sp>
    <dsp:sp modelId="{682B2EE5-0726-154E-9AD3-3DA43FB7B5C2}">
      <dsp:nvSpPr>
        <dsp:cNvPr id="0" name=""/>
        <dsp:cNvSpPr/>
      </dsp:nvSpPr>
      <dsp:spPr>
        <a:xfrm rot="5400000">
          <a:off x="1661436" y="2322143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2343763"/>
        <a:ext cx="155663" cy="151338"/>
      </dsp:txXfrm>
    </dsp:sp>
    <dsp:sp modelId="{D91C9FCF-D134-6947-89C0-D029CAD1604E}">
      <dsp:nvSpPr>
        <dsp:cNvPr id="0" name=""/>
        <dsp:cNvSpPr/>
      </dsp:nvSpPr>
      <dsp:spPr>
        <a:xfrm>
          <a:off x="716809" y="2595994"/>
          <a:ext cx="2105452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Forward Pass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Model predicts acute-rejection probability</a:t>
          </a:r>
        </a:p>
      </dsp:txBody>
      <dsp:txXfrm>
        <a:off x="733695" y="2612880"/>
        <a:ext cx="2071680" cy="542755"/>
      </dsp:txXfrm>
    </dsp:sp>
    <dsp:sp modelId="{292A5943-DBE0-B940-86CC-6970674EA94C}">
      <dsp:nvSpPr>
        <dsp:cNvPr id="0" name=""/>
        <dsp:cNvSpPr/>
      </dsp:nvSpPr>
      <dsp:spPr>
        <a:xfrm rot="5400000">
          <a:off x="1661436" y="3186935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3208555"/>
        <a:ext cx="155663" cy="151338"/>
      </dsp:txXfrm>
    </dsp:sp>
    <dsp:sp modelId="{134673F3-D335-B445-B6C8-38C4EEFC90D1}">
      <dsp:nvSpPr>
        <dsp:cNvPr id="0" name=""/>
        <dsp:cNvSpPr/>
      </dsp:nvSpPr>
      <dsp:spPr>
        <a:xfrm>
          <a:off x="716809" y="3460786"/>
          <a:ext cx="2105452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Calculate BCE Loss on Retain Data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Measures prediction error on retained data</a:t>
          </a:r>
        </a:p>
      </dsp:txBody>
      <dsp:txXfrm>
        <a:off x="733695" y="3477672"/>
        <a:ext cx="2071680" cy="542755"/>
      </dsp:txXfrm>
    </dsp:sp>
    <dsp:sp modelId="{6546948D-D692-5448-B2FB-D2665954F4CE}">
      <dsp:nvSpPr>
        <dsp:cNvPr id="0" name=""/>
        <dsp:cNvSpPr/>
      </dsp:nvSpPr>
      <dsp:spPr>
        <a:xfrm rot="5400000">
          <a:off x="1661436" y="4051727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4073347"/>
        <a:ext cx="155663" cy="151338"/>
      </dsp:txXfrm>
    </dsp:sp>
    <dsp:sp modelId="{E246F06C-E801-374A-B344-7508F7CBDC5E}">
      <dsp:nvSpPr>
        <dsp:cNvPr id="0" name=""/>
        <dsp:cNvSpPr/>
      </dsp:nvSpPr>
      <dsp:spPr>
        <a:xfrm>
          <a:off x="716809" y="4325578"/>
          <a:ext cx="2105452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Backpropagation</a:t>
          </a:r>
        </a:p>
      </dsp:txBody>
      <dsp:txXfrm>
        <a:off x="733695" y="4342464"/>
        <a:ext cx="2071680" cy="542755"/>
      </dsp:txXfrm>
    </dsp:sp>
    <dsp:sp modelId="{069F8117-97E5-FB4C-A2E5-FA803FA3E14E}">
      <dsp:nvSpPr>
        <dsp:cNvPr id="0" name=""/>
        <dsp:cNvSpPr/>
      </dsp:nvSpPr>
      <dsp:spPr>
        <a:xfrm rot="5400000">
          <a:off x="1661436" y="4916519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4938139"/>
        <a:ext cx="155663" cy="151338"/>
      </dsp:txXfrm>
    </dsp:sp>
    <dsp:sp modelId="{310B0D8B-0F03-A44C-AF16-B40813C93AC6}">
      <dsp:nvSpPr>
        <dsp:cNvPr id="0" name=""/>
        <dsp:cNvSpPr/>
      </dsp:nvSpPr>
      <dsp:spPr>
        <a:xfrm>
          <a:off x="716809" y="5190369"/>
          <a:ext cx="2105452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Update Existing Model Weights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Continue training rather than starting from scratch</a:t>
          </a:r>
        </a:p>
      </dsp:txBody>
      <dsp:txXfrm>
        <a:off x="733695" y="5207255"/>
        <a:ext cx="2071680" cy="542755"/>
      </dsp:txXfrm>
    </dsp:sp>
    <dsp:sp modelId="{71486F0B-E993-1C4B-BD99-BB282ACDDAD9}">
      <dsp:nvSpPr>
        <dsp:cNvPr id="0" name=""/>
        <dsp:cNvSpPr/>
      </dsp:nvSpPr>
      <dsp:spPr>
        <a:xfrm rot="5400000">
          <a:off x="1661436" y="5781310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5802930"/>
        <a:ext cx="155663" cy="151338"/>
      </dsp:txXfrm>
    </dsp:sp>
    <dsp:sp modelId="{509C97E8-6B9E-E342-AB72-F3198E200311}">
      <dsp:nvSpPr>
        <dsp:cNvPr id="0" name=""/>
        <dsp:cNvSpPr/>
      </dsp:nvSpPr>
      <dsp:spPr>
        <a:xfrm>
          <a:off x="716809" y="6055161"/>
          <a:ext cx="2105452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Fine-Tuned Model</a:t>
          </a:r>
        </a:p>
      </dsp:txBody>
      <dsp:txXfrm>
        <a:off x="733695" y="6072047"/>
        <a:ext cx="2071680" cy="5427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0704D-BD29-1844-9187-4A264758386F}">
      <dsp:nvSpPr>
        <dsp:cNvPr id="0" name=""/>
        <dsp:cNvSpPr/>
      </dsp:nvSpPr>
      <dsp:spPr>
        <a:xfrm>
          <a:off x="705661" y="1619"/>
          <a:ext cx="2127748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Pre-Trained Baseline MLP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Already trained on full dataset</a:t>
          </a:r>
        </a:p>
      </dsp:txBody>
      <dsp:txXfrm>
        <a:off x="722547" y="18505"/>
        <a:ext cx="2093976" cy="542755"/>
      </dsp:txXfrm>
    </dsp:sp>
    <dsp:sp modelId="{DF66C4E6-9187-C346-BB65-F94CF9AFC47C}">
      <dsp:nvSpPr>
        <dsp:cNvPr id="0" name=""/>
        <dsp:cNvSpPr/>
      </dsp:nvSpPr>
      <dsp:spPr>
        <a:xfrm rot="5400000">
          <a:off x="1661436" y="592560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614180"/>
        <a:ext cx="155663" cy="151338"/>
      </dsp:txXfrm>
    </dsp:sp>
    <dsp:sp modelId="{9EFC4953-0E45-184E-AFB7-4C0D20287E34}">
      <dsp:nvSpPr>
        <dsp:cNvPr id="0" name=""/>
        <dsp:cNvSpPr/>
      </dsp:nvSpPr>
      <dsp:spPr>
        <a:xfrm>
          <a:off x="705661" y="866411"/>
          <a:ext cx="2127748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Load Baseline Weights</a:t>
          </a:r>
        </a:p>
      </dsp:txBody>
      <dsp:txXfrm>
        <a:off x="722547" y="883297"/>
        <a:ext cx="2093976" cy="542755"/>
      </dsp:txXfrm>
    </dsp:sp>
    <dsp:sp modelId="{238FA705-DAEA-494F-BCB4-879DCDC03C06}">
      <dsp:nvSpPr>
        <dsp:cNvPr id="0" name=""/>
        <dsp:cNvSpPr/>
      </dsp:nvSpPr>
      <dsp:spPr>
        <a:xfrm rot="5400000">
          <a:off x="1661436" y="1457352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1478972"/>
        <a:ext cx="155663" cy="151338"/>
      </dsp:txXfrm>
    </dsp:sp>
    <dsp:sp modelId="{32192C23-92D1-9544-B56E-29346257A4EF}">
      <dsp:nvSpPr>
        <dsp:cNvPr id="0" name=""/>
        <dsp:cNvSpPr/>
      </dsp:nvSpPr>
      <dsp:spPr>
        <a:xfrm>
          <a:off x="705661" y="1731202"/>
          <a:ext cx="2127748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Forget Training Set only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Only records requested for deletion are used</a:t>
          </a:r>
        </a:p>
      </dsp:txBody>
      <dsp:txXfrm>
        <a:off x="722547" y="1748088"/>
        <a:ext cx="2093976" cy="542755"/>
      </dsp:txXfrm>
    </dsp:sp>
    <dsp:sp modelId="{682B2EE5-0726-154E-9AD3-3DA43FB7B5C2}">
      <dsp:nvSpPr>
        <dsp:cNvPr id="0" name=""/>
        <dsp:cNvSpPr/>
      </dsp:nvSpPr>
      <dsp:spPr>
        <a:xfrm rot="5400000">
          <a:off x="1661436" y="2322143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2343763"/>
        <a:ext cx="155663" cy="151338"/>
      </dsp:txXfrm>
    </dsp:sp>
    <dsp:sp modelId="{D91C9FCF-D134-6947-89C0-D029CAD1604E}">
      <dsp:nvSpPr>
        <dsp:cNvPr id="0" name=""/>
        <dsp:cNvSpPr/>
      </dsp:nvSpPr>
      <dsp:spPr>
        <a:xfrm>
          <a:off x="705661" y="2595994"/>
          <a:ext cx="2127748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Forward Pass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Model predicts acute-rejection probability</a:t>
          </a:r>
        </a:p>
      </dsp:txBody>
      <dsp:txXfrm>
        <a:off x="722547" y="2612880"/>
        <a:ext cx="2093976" cy="542755"/>
      </dsp:txXfrm>
    </dsp:sp>
    <dsp:sp modelId="{292A5943-DBE0-B940-86CC-6970674EA94C}">
      <dsp:nvSpPr>
        <dsp:cNvPr id="0" name=""/>
        <dsp:cNvSpPr/>
      </dsp:nvSpPr>
      <dsp:spPr>
        <a:xfrm rot="5400000">
          <a:off x="1661436" y="3186935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3208555"/>
        <a:ext cx="155663" cy="151338"/>
      </dsp:txXfrm>
    </dsp:sp>
    <dsp:sp modelId="{134673F3-D335-B445-B6C8-38C4EEFC90D1}">
      <dsp:nvSpPr>
        <dsp:cNvPr id="0" name=""/>
        <dsp:cNvSpPr/>
      </dsp:nvSpPr>
      <dsp:spPr>
        <a:xfrm>
          <a:off x="705661" y="3460786"/>
          <a:ext cx="2127748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Calculate BCE Loss on Forget Data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Measures prediction error on records we want to forget</a:t>
          </a:r>
        </a:p>
      </dsp:txBody>
      <dsp:txXfrm>
        <a:off x="722547" y="3477672"/>
        <a:ext cx="2093976" cy="542755"/>
      </dsp:txXfrm>
    </dsp:sp>
    <dsp:sp modelId="{6546948D-D692-5448-B2FB-D2665954F4CE}">
      <dsp:nvSpPr>
        <dsp:cNvPr id="0" name=""/>
        <dsp:cNvSpPr/>
      </dsp:nvSpPr>
      <dsp:spPr>
        <a:xfrm rot="5400000">
          <a:off x="1661436" y="4051727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4073347"/>
        <a:ext cx="155663" cy="151338"/>
      </dsp:txXfrm>
    </dsp:sp>
    <dsp:sp modelId="{E246F06C-E801-374A-B344-7508F7CBDC5E}">
      <dsp:nvSpPr>
        <dsp:cNvPr id="0" name=""/>
        <dsp:cNvSpPr/>
      </dsp:nvSpPr>
      <dsp:spPr>
        <a:xfrm>
          <a:off x="705661" y="4325578"/>
          <a:ext cx="2127748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Gradient Ascent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Reverse the usual training direction</a:t>
          </a:r>
        </a:p>
      </dsp:txBody>
      <dsp:txXfrm>
        <a:off x="722547" y="4342464"/>
        <a:ext cx="2093976" cy="542755"/>
      </dsp:txXfrm>
    </dsp:sp>
    <dsp:sp modelId="{069F8117-97E5-FB4C-A2E5-FA803FA3E14E}">
      <dsp:nvSpPr>
        <dsp:cNvPr id="0" name=""/>
        <dsp:cNvSpPr/>
      </dsp:nvSpPr>
      <dsp:spPr>
        <a:xfrm rot="5400000">
          <a:off x="1661436" y="4916519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4938139"/>
        <a:ext cx="155663" cy="151338"/>
      </dsp:txXfrm>
    </dsp:sp>
    <dsp:sp modelId="{310B0D8B-0F03-A44C-AF16-B40813C93AC6}">
      <dsp:nvSpPr>
        <dsp:cNvPr id="0" name=""/>
        <dsp:cNvSpPr/>
      </dsp:nvSpPr>
      <dsp:spPr>
        <a:xfrm>
          <a:off x="705661" y="5190369"/>
          <a:ext cx="2127748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Update Existing Model Weights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Increase loss on the Forget Set</a:t>
          </a:r>
        </a:p>
      </dsp:txBody>
      <dsp:txXfrm>
        <a:off x="722547" y="5207255"/>
        <a:ext cx="2093976" cy="542755"/>
      </dsp:txXfrm>
    </dsp:sp>
    <dsp:sp modelId="{71486F0B-E993-1C4B-BD99-BB282ACDDAD9}">
      <dsp:nvSpPr>
        <dsp:cNvPr id="0" name=""/>
        <dsp:cNvSpPr/>
      </dsp:nvSpPr>
      <dsp:spPr>
        <a:xfrm rot="5400000">
          <a:off x="1661436" y="5781310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5802930"/>
        <a:ext cx="155663" cy="151338"/>
      </dsp:txXfrm>
    </dsp:sp>
    <dsp:sp modelId="{509C97E8-6B9E-E342-AB72-F3198E200311}">
      <dsp:nvSpPr>
        <dsp:cNvPr id="0" name=""/>
        <dsp:cNvSpPr/>
      </dsp:nvSpPr>
      <dsp:spPr>
        <a:xfrm>
          <a:off x="705661" y="6055161"/>
          <a:ext cx="2127748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Gradient Ascent Model</a:t>
          </a:r>
        </a:p>
      </dsp:txBody>
      <dsp:txXfrm>
        <a:off x="722547" y="6072047"/>
        <a:ext cx="2093976" cy="54275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0704D-BD29-1844-9187-4A264758386F}">
      <dsp:nvSpPr>
        <dsp:cNvPr id="0" name=""/>
        <dsp:cNvSpPr/>
      </dsp:nvSpPr>
      <dsp:spPr>
        <a:xfrm>
          <a:off x="941620" y="809"/>
          <a:ext cx="1655830" cy="5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Pre-Trained Baseline MLP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kern="1200" dirty="0"/>
            <a:t>Already trained on full dataset</a:t>
          </a:r>
        </a:p>
      </dsp:txBody>
      <dsp:txXfrm>
        <a:off x="956561" y="15750"/>
        <a:ext cx="1625948" cy="480247"/>
      </dsp:txXfrm>
    </dsp:sp>
    <dsp:sp modelId="{DF66C4E6-9187-C346-BB65-F94CF9AFC47C}">
      <dsp:nvSpPr>
        <dsp:cNvPr id="0" name=""/>
        <dsp:cNvSpPr/>
      </dsp:nvSpPr>
      <dsp:spPr>
        <a:xfrm rot="5400000">
          <a:off x="1673886" y="523692"/>
          <a:ext cx="191298" cy="2295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700" kern="1200"/>
        </a:p>
      </dsp:txBody>
      <dsp:txXfrm rot="-5400000">
        <a:off x="1700669" y="542822"/>
        <a:ext cx="137734" cy="133909"/>
      </dsp:txXfrm>
    </dsp:sp>
    <dsp:sp modelId="{9EFC4953-0E45-184E-AFB7-4C0D20287E34}">
      <dsp:nvSpPr>
        <dsp:cNvPr id="0" name=""/>
        <dsp:cNvSpPr/>
      </dsp:nvSpPr>
      <dsp:spPr>
        <a:xfrm>
          <a:off x="941620" y="766004"/>
          <a:ext cx="1655830" cy="5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Load Baseline Weights</a:t>
          </a:r>
        </a:p>
      </dsp:txBody>
      <dsp:txXfrm>
        <a:off x="956561" y="780945"/>
        <a:ext cx="1625948" cy="480247"/>
      </dsp:txXfrm>
    </dsp:sp>
    <dsp:sp modelId="{238FA705-DAEA-494F-BCB4-879DCDC03C06}">
      <dsp:nvSpPr>
        <dsp:cNvPr id="0" name=""/>
        <dsp:cNvSpPr/>
      </dsp:nvSpPr>
      <dsp:spPr>
        <a:xfrm rot="5400000">
          <a:off x="1673886" y="1288887"/>
          <a:ext cx="191298" cy="2295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700" kern="1200"/>
        </a:p>
      </dsp:txBody>
      <dsp:txXfrm rot="-5400000">
        <a:off x="1700669" y="1308017"/>
        <a:ext cx="137734" cy="133909"/>
      </dsp:txXfrm>
    </dsp:sp>
    <dsp:sp modelId="{32192C23-92D1-9544-B56E-29346257A4EF}">
      <dsp:nvSpPr>
        <dsp:cNvPr id="0" name=""/>
        <dsp:cNvSpPr/>
      </dsp:nvSpPr>
      <dsp:spPr>
        <a:xfrm>
          <a:off x="941620" y="1531199"/>
          <a:ext cx="1655830" cy="5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Sample Retain + Forget Data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kern="1200" dirty="0"/>
            <a:t>Both sets are used during unlearning</a:t>
          </a:r>
        </a:p>
      </dsp:txBody>
      <dsp:txXfrm>
        <a:off x="956561" y="1546140"/>
        <a:ext cx="1625948" cy="480247"/>
      </dsp:txXfrm>
    </dsp:sp>
    <dsp:sp modelId="{682B2EE5-0726-154E-9AD3-3DA43FB7B5C2}">
      <dsp:nvSpPr>
        <dsp:cNvPr id="0" name=""/>
        <dsp:cNvSpPr/>
      </dsp:nvSpPr>
      <dsp:spPr>
        <a:xfrm rot="5400000">
          <a:off x="1673886" y="2054082"/>
          <a:ext cx="191298" cy="2295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700" kern="1200"/>
        </a:p>
      </dsp:txBody>
      <dsp:txXfrm rot="-5400000">
        <a:off x="1700669" y="2073212"/>
        <a:ext cx="137734" cy="133909"/>
      </dsp:txXfrm>
    </dsp:sp>
    <dsp:sp modelId="{D91C9FCF-D134-6947-89C0-D029CAD1604E}">
      <dsp:nvSpPr>
        <dsp:cNvPr id="0" name=""/>
        <dsp:cNvSpPr/>
      </dsp:nvSpPr>
      <dsp:spPr>
        <a:xfrm>
          <a:off x="941620" y="2296394"/>
          <a:ext cx="1655830" cy="5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Forward Pass on both sets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kern="1200" dirty="0"/>
            <a:t>Generate predictions for Retain and Forget records</a:t>
          </a:r>
        </a:p>
      </dsp:txBody>
      <dsp:txXfrm>
        <a:off x="956561" y="2311335"/>
        <a:ext cx="1625948" cy="480247"/>
      </dsp:txXfrm>
    </dsp:sp>
    <dsp:sp modelId="{292A5943-DBE0-B940-86CC-6970674EA94C}">
      <dsp:nvSpPr>
        <dsp:cNvPr id="0" name=""/>
        <dsp:cNvSpPr/>
      </dsp:nvSpPr>
      <dsp:spPr>
        <a:xfrm rot="5400000">
          <a:off x="1673886" y="2819277"/>
          <a:ext cx="191298" cy="2295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700" kern="1200"/>
        </a:p>
      </dsp:txBody>
      <dsp:txXfrm rot="-5400000">
        <a:off x="1700669" y="2838407"/>
        <a:ext cx="137734" cy="133909"/>
      </dsp:txXfrm>
    </dsp:sp>
    <dsp:sp modelId="{134673F3-D335-B445-B6C8-38C4EEFC90D1}">
      <dsp:nvSpPr>
        <dsp:cNvPr id="0" name=""/>
        <dsp:cNvSpPr/>
      </dsp:nvSpPr>
      <dsp:spPr>
        <a:xfrm>
          <a:off x="941620" y="3061589"/>
          <a:ext cx="1655830" cy="5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Calculate 2 BCE Losses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kern="1200" dirty="0"/>
            <a:t>Retain Loss ↓: Performance we want to preserve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kern="1200" dirty="0"/>
            <a:t>Forget Loss ↑: Influence we want to reduce</a:t>
          </a:r>
        </a:p>
      </dsp:txBody>
      <dsp:txXfrm>
        <a:off x="956561" y="3076530"/>
        <a:ext cx="1625948" cy="480247"/>
      </dsp:txXfrm>
    </dsp:sp>
    <dsp:sp modelId="{6546948D-D692-5448-B2FB-D2665954F4CE}">
      <dsp:nvSpPr>
        <dsp:cNvPr id="0" name=""/>
        <dsp:cNvSpPr/>
      </dsp:nvSpPr>
      <dsp:spPr>
        <a:xfrm rot="5400000">
          <a:off x="1673886" y="3584472"/>
          <a:ext cx="191298" cy="2295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700" kern="1200"/>
        </a:p>
      </dsp:txBody>
      <dsp:txXfrm rot="-5400000">
        <a:off x="1700669" y="3603602"/>
        <a:ext cx="137734" cy="133909"/>
      </dsp:txXfrm>
    </dsp:sp>
    <dsp:sp modelId="{E246F06C-E801-374A-B344-7508F7CBDC5E}">
      <dsp:nvSpPr>
        <dsp:cNvPr id="0" name=""/>
        <dsp:cNvSpPr/>
      </dsp:nvSpPr>
      <dsp:spPr>
        <a:xfrm>
          <a:off x="941620" y="3826784"/>
          <a:ext cx="1655830" cy="5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Gradient Difference Objective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kern="1200" dirty="0"/>
            <a:t>Retain Loss - Forget Loss</a:t>
          </a:r>
        </a:p>
      </dsp:txBody>
      <dsp:txXfrm>
        <a:off x="956561" y="3841725"/>
        <a:ext cx="1625948" cy="480247"/>
      </dsp:txXfrm>
    </dsp:sp>
    <dsp:sp modelId="{069F8117-97E5-FB4C-A2E5-FA803FA3E14E}">
      <dsp:nvSpPr>
        <dsp:cNvPr id="0" name=""/>
        <dsp:cNvSpPr/>
      </dsp:nvSpPr>
      <dsp:spPr>
        <a:xfrm rot="5400000">
          <a:off x="1673886" y="4349667"/>
          <a:ext cx="191298" cy="2295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700" kern="1200"/>
        </a:p>
      </dsp:txBody>
      <dsp:txXfrm rot="-5400000">
        <a:off x="1700669" y="4368797"/>
        <a:ext cx="137734" cy="133909"/>
      </dsp:txXfrm>
    </dsp:sp>
    <dsp:sp modelId="{310B0D8B-0F03-A44C-AF16-B40813C93AC6}">
      <dsp:nvSpPr>
        <dsp:cNvPr id="0" name=""/>
        <dsp:cNvSpPr/>
      </dsp:nvSpPr>
      <dsp:spPr>
        <a:xfrm>
          <a:off x="941620" y="4591979"/>
          <a:ext cx="1655830" cy="5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Backpropagation</a:t>
          </a:r>
        </a:p>
      </dsp:txBody>
      <dsp:txXfrm>
        <a:off x="956561" y="4606920"/>
        <a:ext cx="1625948" cy="480247"/>
      </dsp:txXfrm>
    </dsp:sp>
    <dsp:sp modelId="{71486F0B-E993-1C4B-BD99-BB282ACDDAD9}">
      <dsp:nvSpPr>
        <dsp:cNvPr id="0" name=""/>
        <dsp:cNvSpPr/>
      </dsp:nvSpPr>
      <dsp:spPr>
        <a:xfrm rot="5400000">
          <a:off x="1673886" y="5114862"/>
          <a:ext cx="191298" cy="2295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700" kern="1200"/>
        </a:p>
      </dsp:txBody>
      <dsp:txXfrm rot="-5400000">
        <a:off x="1700669" y="5133992"/>
        <a:ext cx="137734" cy="133909"/>
      </dsp:txXfrm>
    </dsp:sp>
    <dsp:sp modelId="{D4C31976-5373-CA4F-92EC-CB4837FC6497}">
      <dsp:nvSpPr>
        <dsp:cNvPr id="0" name=""/>
        <dsp:cNvSpPr/>
      </dsp:nvSpPr>
      <dsp:spPr>
        <a:xfrm>
          <a:off x="941620" y="5357174"/>
          <a:ext cx="1655830" cy="5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Update Existing Model Weights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kern="1200" dirty="0"/>
            <a:t>Preserve Retain behaviour while pushing away from Forget </a:t>
          </a:r>
          <a:r>
            <a:rPr lang="en-GB" sz="600" kern="1200" dirty="0" err="1"/>
            <a:t>dara</a:t>
          </a:r>
          <a:endParaRPr lang="en-GB" sz="600" kern="1200" dirty="0"/>
        </a:p>
      </dsp:txBody>
      <dsp:txXfrm>
        <a:off x="956561" y="5372115"/>
        <a:ext cx="1625948" cy="480247"/>
      </dsp:txXfrm>
    </dsp:sp>
    <dsp:sp modelId="{195CE0AF-1214-CD48-AFEF-750B4AFCB4C2}">
      <dsp:nvSpPr>
        <dsp:cNvPr id="0" name=""/>
        <dsp:cNvSpPr/>
      </dsp:nvSpPr>
      <dsp:spPr>
        <a:xfrm rot="5400000">
          <a:off x="1673886" y="5880057"/>
          <a:ext cx="191298" cy="2295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700" kern="1200"/>
        </a:p>
      </dsp:txBody>
      <dsp:txXfrm rot="-5400000">
        <a:off x="1700669" y="5899187"/>
        <a:ext cx="137734" cy="133909"/>
      </dsp:txXfrm>
    </dsp:sp>
    <dsp:sp modelId="{509C97E8-6B9E-E342-AB72-F3198E200311}">
      <dsp:nvSpPr>
        <dsp:cNvPr id="0" name=""/>
        <dsp:cNvSpPr/>
      </dsp:nvSpPr>
      <dsp:spPr>
        <a:xfrm>
          <a:off x="941620" y="6122369"/>
          <a:ext cx="1655830" cy="5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Gradient Difference Model</a:t>
          </a:r>
        </a:p>
      </dsp:txBody>
      <dsp:txXfrm>
        <a:off x="956561" y="6137310"/>
        <a:ext cx="1625948" cy="48024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2ED750-AEA9-DB43-B7FA-0B2638139D76}">
      <dsp:nvSpPr>
        <dsp:cNvPr id="0" name=""/>
        <dsp:cNvSpPr/>
      </dsp:nvSpPr>
      <dsp:spPr>
        <a:xfrm>
          <a:off x="842162" y="0"/>
          <a:ext cx="1334691" cy="373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Kidney-Transplant Assessment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18 classifier features</a:t>
          </a:r>
        </a:p>
      </dsp:txBody>
      <dsp:txXfrm>
        <a:off x="853111" y="10949"/>
        <a:ext cx="1312793" cy="351932"/>
      </dsp:txXfrm>
    </dsp:sp>
    <dsp:sp modelId="{15887E7E-4C67-134C-B05D-69E9D99ACEDC}">
      <dsp:nvSpPr>
        <dsp:cNvPr id="0" name=""/>
        <dsp:cNvSpPr/>
      </dsp:nvSpPr>
      <dsp:spPr>
        <a:xfrm rot="5400000">
          <a:off x="1439414" y="383176"/>
          <a:ext cx="140186" cy="168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 rot="-5400000">
        <a:off x="1459041" y="397194"/>
        <a:ext cx="100933" cy="98130"/>
      </dsp:txXfrm>
    </dsp:sp>
    <dsp:sp modelId="{30A71A0E-8A6F-1C45-BD04-6705FDC62CAD}">
      <dsp:nvSpPr>
        <dsp:cNvPr id="0" name=""/>
        <dsp:cNvSpPr/>
      </dsp:nvSpPr>
      <dsp:spPr>
        <a:xfrm>
          <a:off x="842162" y="560745"/>
          <a:ext cx="1334691" cy="373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Convert Tabular Features to Structured Text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 err="1"/>
            <a:t>eg.</a:t>
          </a:r>
          <a:r>
            <a:rPr lang="en-GB" sz="500" kern="1200" dirty="0"/>
            <a:t> age = 56, </a:t>
          </a:r>
          <a:r>
            <a:rPr lang="en-GB" sz="500" kern="1200" dirty="0" err="1"/>
            <a:t>donor_type</a:t>
          </a:r>
          <a:r>
            <a:rPr lang="en-GB" sz="500" kern="1200" dirty="0"/>
            <a:t> = deceased, ...</a:t>
          </a:r>
        </a:p>
      </dsp:txBody>
      <dsp:txXfrm>
        <a:off x="853111" y="571694"/>
        <a:ext cx="1312793" cy="351932"/>
      </dsp:txXfrm>
    </dsp:sp>
    <dsp:sp modelId="{DCD4ABBF-09FD-2B46-9979-06DFBD6A4943}">
      <dsp:nvSpPr>
        <dsp:cNvPr id="0" name=""/>
        <dsp:cNvSpPr/>
      </dsp:nvSpPr>
      <dsp:spPr>
        <a:xfrm rot="5400000">
          <a:off x="1439414" y="943921"/>
          <a:ext cx="140186" cy="168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 rot="-5400000">
        <a:off x="1459041" y="957939"/>
        <a:ext cx="100933" cy="98130"/>
      </dsp:txXfrm>
    </dsp:sp>
    <dsp:sp modelId="{D6C22CEF-89C8-B344-81B5-92E9E8165E3D}">
      <dsp:nvSpPr>
        <dsp:cNvPr id="0" name=""/>
        <dsp:cNvSpPr/>
      </dsp:nvSpPr>
      <dsp:spPr>
        <a:xfrm>
          <a:off x="842162" y="1121491"/>
          <a:ext cx="1334691" cy="373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Tokenise the text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Convert the text into tokens Qwen can process</a:t>
          </a:r>
        </a:p>
      </dsp:txBody>
      <dsp:txXfrm>
        <a:off x="853111" y="1132440"/>
        <a:ext cx="1312793" cy="351932"/>
      </dsp:txXfrm>
    </dsp:sp>
    <dsp:sp modelId="{F15C6C46-46E5-CA4E-A82F-8C6647BE0212}">
      <dsp:nvSpPr>
        <dsp:cNvPr id="0" name=""/>
        <dsp:cNvSpPr/>
      </dsp:nvSpPr>
      <dsp:spPr>
        <a:xfrm rot="5400000">
          <a:off x="1439414" y="1504667"/>
          <a:ext cx="140186" cy="168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 rot="-5400000">
        <a:off x="1459041" y="1518685"/>
        <a:ext cx="100933" cy="98130"/>
      </dsp:txXfrm>
    </dsp:sp>
    <dsp:sp modelId="{3836818A-1D77-EB40-84BF-69F9ACF23707}">
      <dsp:nvSpPr>
        <dsp:cNvPr id="0" name=""/>
        <dsp:cNvSpPr/>
      </dsp:nvSpPr>
      <dsp:spPr>
        <a:xfrm>
          <a:off x="842162" y="1682236"/>
          <a:ext cx="1334691" cy="373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Pre-Trained Qwen Model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Qwen2.5-0.5B - tokens pass through here</a:t>
          </a:r>
        </a:p>
      </dsp:txBody>
      <dsp:txXfrm>
        <a:off x="853111" y="1693185"/>
        <a:ext cx="1312793" cy="351932"/>
      </dsp:txXfrm>
    </dsp:sp>
    <dsp:sp modelId="{B2367D3B-8DFD-9749-AF76-675CF4DEA878}">
      <dsp:nvSpPr>
        <dsp:cNvPr id="0" name=""/>
        <dsp:cNvSpPr/>
      </dsp:nvSpPr>
      <dsp:spPr>
        <a:xfrm rot="5400000">
          <a:off x="1439414" y="2065412"/>
          <a:ext cx="140186" cy="168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 rot="-5400000">
        <a:off x="1459041" y="2079430"/>
        <a:ext cx="100933" cy="98130"/>
      </dsp:txXfrm>
    </dsp:sp>
    <dsp:sp modelId="{3079B1E8-6F20-944D-B8A7-DFA86661B70E}">
      <dsp:nvSpPr>
        <dsp:cNvPr id="0" name=""/>
        <dsp:cNvSpPr/>
      </dsp:nvSpPr>
      <dsp:spPr>
        <a:xfrm>
          <a:off x="842162" y="2242982"/>
          <a:ext cx="1334691" cy="373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 err="1"/>
            <a:t>LoRA</a:t>
          </a:r>
          <a:r>
            <a:rPr lang="en-GB" sz="700" kern="1200" dirty="0"/>
            <a:t> Adaptation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Small trainable parameters adapt Qwen to kidney task</a:t>
          </a:r>
        </a:p>
      </dsp:txBody>
      <dsp:txXfrm>
        <a:off x="853111" y="2253931"/>
        <a:ext cx="1312793" cy="351932"/>
      </dsp:txXfrm>
    </dsp:sp>
    <dsp:sp modelId="{E9346EB0-BB98-FC45-B39A-4F9479D8612F}">
      <dsp:nvSpPr>
        <dsp:cNvPr id="0" name=""/>
        <dsp:cNvSpPr/>
      </dsp:nvSpPr>
      <dsp:spPr>
        <a:xfrm rot="5400000">
          <a:off x="1439414" y="2626158"/>
          <a:ext cx="140186" cy="168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 rot="-5400000">
        <a:off x="1459041" y="2640176"/>
        <a:ext cx="100933" cy="98130"/>
      </dsp:txXfrm>
    </dsp:sp>
    <dsp:sp modelId="{AD7044EE-5D87-5A48-BA25-89BD15F89CD4}">
      <dsp:nvSpPr>
        <dsp:cNvPr id="0" name=""/>
        <dsp:cNvSpPr/>
      </dsp:nvSpPr>
      <dsp:spPr>
        <a:xfrm>
          <a:off x="842162" y="2803727"/>
          <a:ext cx="1334691" cy="373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Classification Output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Probability of acute rejection within 30 days</a:t>
          </a:r>
        </a:p>
      </dsp:txBody>
      <dsp:txXfrm>
        <a:off x="853111" y="2814676"/>
        <a:ext cx="1312793" cy="351932"/>
      </dsp:txXfrm>
    </dsp:sp>
    <dsp:sp modelId="{8A96BD19-8E56-5249-8A61-421EE0AE3F7C}">
      <dsp:nvSpPr>
        <dsp:cNvPr id="0" name=""/>
        <dsp:cNvSpPr/>
      </dsp:nvSpPr>
      <dsp:spPr>
        <a:xfrm rot="5400000">
          <a:off x="1439414" y="3186903"/>
          <a:ext cx="140186" cy="168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 rot="-5400000">
        <a:off x="1459041" y="3200921"/>
        <a:ext cx="100933" cy="98130"/>
      </dsp:txXfrm>
    </dsp:sp>
    <dsp:sp modelId="{D633FAAC-E27B-5247-86A9-018EF27D6891}">
      <dsp:nvSpPr>
        <dsp:cNvPr id="0" name=""/>
        <dsp:cNvSpPr/>
      </dsp:nvSpPr>
      <dsp:spPr>
        <a:xfrm>
          <a:off x="842162" y="3364473"/>
          <a:ext cx="1334691" cy="373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Calculate Classification Loss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Compare prediction with true 0/1 outcome</a:t>
          </a:r>
        </a:p>
      </dsp:txBody>
      <dsp:txXfrm>
        <a:off x="853111" y="3375422"/>
        <a:ext cx="1312793" cy="351932"/>
      </dsp:txXfrm>
    </dsp:sp>
    <dsp:sp modelId="{A7337953-3AC0-2442-A34D-AD563C85AE63}">
      <dsp:nvSpPr>
        <dsp:cNvPr id="0" name=""/>
        <dsp:cNvSpPr/>
      </dsp:nvSpPr>
      <dsp:spPr>
        <a:xfrm rot="5400000">
          <a:off x="1439414" y="3747649"/>
          <a:ext cx="140186" cy="168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 rot="-5400000">
        <a:off x="1459041" y="3761667"/>
        <a:ext cx="100933" cy="98130"/>
      </dsp:txXfrm>
    </dsp:sp>
    <dsp:sp modelId="{FB6DEAB1-897C-9C4D-A779-FAC24CBC0B18}">
      <dsp:nvSpPr>
        <dsp:cNvPr id="0" name=""/>
        <dsp:cNvSpPr/>
      </dsp:nvSpPr>
      <dsp:spPr>
        <a:xfrm>
          <a:off x="842162" y="3925218"/>
          <a:ext cx="1334691" cy="373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Back Propagation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Calculate how trainable parameters should change</a:t>
          </a:r>
        </a:p>
      </dsp:txBody>
      <dsp:txXfrm>
        <a:off x="853111" y="3936167"/>
        <a:ext cx="1312793" cy="351932"/>
      </dsp:txXfrm>
    </dsp:sp>
    <dsp:sp modelId="{3C565C65-CF56-054B-B9FB-96FE1EC4A3FF}">
      <dsp:nvSpPr>
        <dsp:cNvPr id="0" name=""/>
        <dsp:cNvSpPr/>
      </dsp:nvSpPr>
      <dsp:spPr>
        <a:xfrm rot="5400000">
          <a:off x="1439414" y="4308395"/>
          <a:ext cx="140186" cy="168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 rot="-5400000">
        <a:off x="1459041" y="4322413"/>
        <a:ext cx="100933" cy="98130"/>
      </dsp:txXfrm>
    </dsp:sp>
    <dsp:sp modelId="{54CFA5B9-7881-E348-91C9-33CD47C83993}">
      <dsp:nvSpPr>
        <dsp:cNvPr id="0" name=""/>
        <dsp:cNvSpPr/>
      </dsp:nvSpPr>
      <dsp:spPr>
        <a:xfrm>
          <a:off x="842162" y="4485964"/>
          <a:ext cx="1334691" cy="373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Update </a:t>
          </a:r>
          <a:r>
            <a:rPr lang="en-GB" sz="700" kern="1200" dirty="0" err="1"/>
            <a:t>LoRA</a:t>
          </a:r>
          <a:r>
            <a:rPr lang="en-GB" sz="700" kern="1200" dirty="0"/>
            <a:t> + Classification Head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Qwen base weights remain frozen</a:t>
          </a:r>
        </a:p>
      </dsp:txBody>
      <dsp:txXfrm>
        <a:off x="853111" y="4496913"/>
        <a:ext cx="1312793" cy="351932"/>
      </dsp:txXfrm>
    </dsp:sp>
    <dsp:sp modelId="{9EB074FE-6E41-734B-80C0-49FF708A6604}">
      <dsp:nvSpPr>
        <dsp:cNvPr id="0" name=""/>
        <dsp:cNvSpPr/>
      </dsp:nvSpPr>
      <dsp:spPr>
        <a:xfrm rot="5400000">
          <a:off x="1439414" y="4869140"/>
          <a:ext cx="140186" cy="168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 rot="-5400000">
        <a:off x="1459041" y="4883158"/>
        <a:ext cx="100933" cy="98130"/>
      </dsp:txXfrm>
    </dsp:sp>
    <dsp:sp modelId="{4DD63561-261C-C549-A271-43CD0EEC2820}">
      <dsp:nvSpPr>
        <dsp:cNvPr id="0" name=""/>
        <dsp:cNvSpPr/>
      </dsp:nvSpPr>
      <dsp:spPr>
        <a:xfrm>
          <a:off x="842162" y="5046710"/>
          <a:ext cx="1334691" cy="373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Select best Qwen Classifier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Best epoch selected using validation PR-AUC</a:t>
          </a:r>
        </a:p>
      </dsp:txBody>
      <dsp:txXfrm>
        <a:off x="853111" y="5057659"/>
        <a:ext cx="1312793" cy="351932"/>
      </dsp:txXfrm>
    </dsp:sp>
    <dsp:sp modelId="{A4FF0ACB-C4FB-9648-AD9B-30DEE9A5CF7C}">
      <dsp:nvSpPr>
        <dsp:cNvPr id="0" name=""/>
        <dsp:cNvSpPr/>
      </dsp:nvSpPr>
      <dsp:spPr>
        <a:xfrm rot="5400000">
          <a:off x="1439414" y="5429886"/>
          <a:ext cx="140186" cy="168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 rot="-5400000">
        <a:off x="1459041" y="5443904"/>
        <a:ext cx="100933" cy="98130"/>
      </dsp:txXfrm>
    </dsp:sp>
    <dsp:sp modelId="{1FEFA627-F72C-7B40-BE1B-8EA806980BA5}">
      <dsp:nvSpPr>
        <dsp:cNvPr id="0" name=""/>
        <dsp:cNvSpPr/>
      </dsp:nvSpPr>
      <dsp:spPr>
        <a:xfrm>
          <a:off x="842162" y="5607455"/>
          <a:ext cx="1334691" cy="373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Final Prediction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0 - No acute rejection</a:t>
          </a:r>
          <a:br>
            <a:rPr lang="en-GB" sz="500" kern="1200" dirty="0"/>
          </a:br>
          <a:r>
            <a:rPr lang="en-GB" sz="500" kern="1200" dirty="0"/>
            <a:t>1- Acute rejection</a:t>
          </a:r>
        </a:p>
      </dsp:txBody>
      <dsp:txXfrm>
        <a:off x="853111" y="5618404"/>
        <a:ext cx="1312793" cy="3519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393DB-C31F-1649-B32C-C63A9A2C3222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2FCCA-4838-3341-9CB5-16C78BE64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5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Yes. If tomorrow is essentially a run-through of the </a:t>
            </a:r>
            <a:r>
              <a:rPr lang="en-GB" b="1" dirty="0"/>
              <a:t>10-minute recorded-video-demo content</a:t>
            </a:r>
            <a:r>
              <a:rPr lang="en-GB" dirty="0"/>
              <a:t>, that makes the presentation much easier to scope.</a:t>
            </a:r>
          </a:p>
          <a:p>
            <a:r>
              <a:rPr lang="en-GB" dirty="0"/>
              <a:t>I would build tomorrow's deck </a:t>
            </a:r>
            <a:r>
              <a:rPr lang="en-GB" b="1" dirty="0"/>
              <a:t>directly around those handbook requirements</a:t>
            </a:r>
            <a:r>
              <a:rPr lang="en-GB" dirty="0"/>
              <a:t>, so it can later become the basis of the actual recorded demo too.</a:t>
            </a:r>
          </a:p>
          <a:p>
            <a:r>
              <a:rPr lang="en-GB" b="1" dirty="0"/>
              <a:t>10-minute presentation structure</a:t>
            </a:r>
          </a:p>
          <a:p>
            <a:r>
              <a:rPr lang="en-GB" dirty="0" err="1"/>
              <a:t>SlideWhat</a:t>
            </a:r>
            <a:r>
              <a:rPr lang="en-GB" dirty="0"/>
              <a:t> to </a:t>
            </a:r>
            <a:r>
              <a:rPr lang="en-GB" dirty="0" err="1"/>
              <a:t>showApprox</a:t>
            </a:r>
            <a:r>
              <a:rPr lang="en-GB" dirty="0"/>
              <a:t>. time</a:t>
            </a:r>
            <a:r>
              <a:rPr lang="en-GB" b="1" dirty="0"/>
              <a:t>1. Machine </a:t>
            </a:r>
            <a:r>
              <a:rPr lang="en-GB" b="1" dirty="0" err="1"/>
              <a:t>Unlearning</a:t>
            </a:r>
            <a:r>
              <a:rPr lang="en-GB" dirty="0" err="1"/>
              <a:t>Project</a:t>
            </a:r>
            <a:r>
              <a:rPr lang="en-GB" dirty="0"/>
              <a:t> title, your name, student number, image of yourself20 sec</a:t>
            </a:r>
            <a:r>
              <a:rPr lang="en-GB" b="1" dirty="0"/>
              <a:t>2. Project Aim &amp; Research </a:t>
            </a:r>
            <a:r>
              <a:rPr lang="en-GB" b="1" dirty="0" err="1"/>
              <a:t>Questions</a:t>
            </a:r>
            <a:r>
              <a:rPr lang="en-GB" dirty="0" err="1"/>
              <a:t>What</a:t>
            </a:r>
            <a:r>
              <a:rPr lang="en-GB" dirty="0"/>
              <a:t> machine unlearning is, your problem, aim and RQs45 sec</a:t>
            </a:r>
            <a:r>
              <a:rPr lang="en-GB" b="1" dirty="0"/>
              <a:t>3. Dataset &amp; Input </a:t>
            </a:r>
            <a:r>
              <a:rPr lang="en-GB" b="1" dirty="0" err="1"/>
              <a:t>Data</a:t>
            </a:r>
            <a:r>
              <a:rPr lang="en-GB" dirty="0" err="1"/>
              <a:t>Kidney</a:t>
            </a:r>
            <a:r>
              <a:rPr lang="en-GB" dirty="0"/>
              <a:t>-transplant dataset, example record, target, train/validation/test split1 min</a:t>
            </a:r>
            <a:r>
              <a:rPr lang="en-GB" b="1" dirty="0"/>
              <a:t>4. Model </a:t>
            </a:r>
            <a:r>
              <a:rPr lang="en-GB" b="1" dirty="0" err="1"/>
              <a:t>Training</a:t>
            </a:r>
            <a:r>
              <a:rPr lang="en-GB" dirty="0" err="1"/>
              <a:t>MLP</a:t>
            </a:r>
            <a:r>
              <a:rPr lang="en-GB" dirty="0"/>
              <a:t> architecture, preprocessing, training process and baseline result1 min</a:t>
            </a:r>
            <a:r>
              <a:rPr lang="en-GB" b="1" dirty="0"/>
              <a:t>5. Machine Unlearning </a:t>
            </a:r>
            <a:r>
              <a:rPr lang="en-GB" b="1" dirty="0" err="1"/>
              <a:t>Experiment</a:t>
            </a:r>
            <a:r>
              <a:rPr lang="en-GB" dirty="0" err="1"/>
              <a:t>Five</a:t>
            </a:r>
            <a:r>
              <a:rPr lang="en-GB" dirty="0"/>
              <a:t> deletion scenarios + Baseline → Full Retraining → Approximate Unlearning diagram1 min</a:t>
            </a:r>
            <a:r>
              <a:rPr lang="en-GB" b="1" dirty="0"/>
              <a:t>6. How Unlearning Is </a:t>
            </a:r>
            <a:r>
              <a:rPr lang="en-GB" b="1" dirty="0" err="1"/>
              <a:t>Evaluated</a:t>
            </a:r>
            <a:r>
              <a:rPr lang="en-GB" dirty="0" err="1"/>
              <a:t>Utility</a:t>
            </a:r>
            <a:r>
              <a:rPr lang="en-GB" dirty="0"/>
              <a:t>, Forgetting and Efficiency; explain your metrics simply1 min</a:t>
            </a:r>
            <a:r>
              <a:rPr lang="en-GB" b="1" dirty="0"/>
              <a:t>7. Main </a:t>
            </a:r>
            <a:r>
              <a:rPr lang="en-GB" b="1" dirty="0" err="1"/>
              <a:t>Results</a:t>
            </a:r>
            <a:r>
              <a:rPr lang="en-GB" dirty="0" err="1"/>
              <a:t>Your</a:t>
            </a:r>
            <a:r>
              <a:rPr lang="en-GB" dirty="0"/>
              <a:t> strongest cross-method results table/visualisation2 min</a:t>
            </a:r>
            <a:r>
              <a:rPr lang="en-GB" b="1" dirty="0"/>
              <a:t>8. SISA </a:t>
            </a:r>
            <a:r>
              <a:rPr lang="en-GB" b="1" dirty="0" err="1"/>
              <a:t>Results</a:t>
            </a:r>
            <a:r>
              <a:rPr lang="en-GB" dirty="0" err="1"/>
              <a:t>Standard</a:t>
            </a:r>
            <a:r>
              <a:rPr lang="en-GB" dirty="0"/>
              <a:t> vs Provider-Aware vs Policy-Aware; what you learned1 min</a:t>
            </a:r>
            <a:r>
              <a:rPr lang="en-GB" b="1" dirty="0"/>
              <a:t>9. LLM Extension — </a:t>
            </a:r>
            <a:r>
              <a:rPr lang="en-GB" b="1" dirty="0" err="1"/>
              <a:t>Qwen</a:t>
            </a:r>
            <a:r>
              <a:rPr lang="en-GB" dirty="0" err="1"/>
              <a:t>Qwen</a:t>
            </a:r>
            <a:r>
              <a:rPr lang="en-GB" dirty="0"/>
              <a:t> + </a:t>
            </a:r>
            <a:r>
              <a:rPr lang="en-GB" dirty="0" err="1"/>
              <a:t>LoRA</a:t>
            </a:r>
            <a:r>
              <a:rPr lang="en-GB" dirty="0"/>
              <a:t> classifier → same five scenarios → GD vs full retraining. Results if finished; otherwise clearly say current work45 sec</a:t>
            </a:r>
            <a:r>
              <a:rPr lang="en-GB" b="1" dirty="0"/>
              <a:t>10. Conclusions &amp; Future </a:t>
            </a:r>
            <a:r>
              <a:rPr lang="en-GB" b="1" dirty="0" err="1"/>
              <a:t>Work</a:t>
            </a:r>
            <a:r>
              <a:rPr lang="en-GB" dirty="0" err="1"/>
              <a:t>Answer</a:t>
            </a:r>
            <a:r>
              <a:rPr lang="en-GB" dirty="0"/>
              <a:t> the RQs, limitations, future plans1 min</a:t>
            </a:r>
          </a:p>
          <a:p>
            <a:r>
              <a:rPr lang="en-GB" dirty="0"/>
              <a:t>That directly covers the required </a:t>
            </a:r>
            <a:r>
              <a:rPr lang="en-GB" b="1" dirty="0"/>
              <a:t>input data → training → evaluation → use → results → future plans</a:t>
            </a:r>
            <a:r>
              <a:rPr lang="en-GB" dirty="0"/>
              <a:t>.</a:t>
            </a:r>
          </a:p>
          <a:p>
            <a:r>
              <a:rPr lang="en-GB" b="1" dirty="0"/>
              <a:t>I'd make results the centre of it</a:t>
            </a:r>
          </a:p>
          <a:p>
            <a:r>
              <a:rPr lang="en-GB" dirty="0"/>
              <a:t>Don't spend four minutes explaining the dataset and then rush your findings.</a:t>
            </a:r>
          </a:p>
          <a:p>
            <a:r>
              <a:rPr lang="en-GB" dirty="0"/>
              <a:t>Your most important sequence should be:</a:t>
            </a:r>
          </a:p>
          <a:p>
            <a:r>
              <a:rPr lang="en-GB" b="1" dirty="0"/>
              <a:t>Here is what I trained → here is what I asked it to forget → here is how I measured forgetting → here is what happened.</a:t>
            </a:r>
            <a:endParaRPr lang="en-GB" dirty="0"/>
          </a:p>
          <a:p>
            <a:r>
              <a:rPr lang="en-GB" dirty="0"/>
              <a:t>And when you get to the results, don't dump every number from every notebook onto slides. I'd show:</a:t>
            </a:r>
          </a:p>
          <a:p>
            <a:r>
              <a:rPr lang="en-GB" b="1" dirty="0"/>
              <a:t>Main comparison:</a:t>
            </a:r>
            <a:r>
              <a:rPr lang="en-GB" dirty="0"/>
              <a:t> Fine-Tuning vs Gradient Ascent vs Gradient Difference.</a:t>
            </a:r>
          </a:p>
          <a:p>
            <a:r>
              <a:rPr lang="en-GB" b="1" dirty="0"/>
              <a:t>SISA comparison:</a:t>
            </a:r>
            <a:r>
              <a:rPr lang="en-GB" dirty="0"/>
              <a:t> Standard vs Provider-Aware vs Policy-Aware.</a:t>
            </a:r>
          </a:p>
          <a:p>
            <a:r>
              <a:rPr lang="en-GB" b="1" dirty="0"/>
              <a:t>Scenario effect:</a:t>
            </a:r>
            <a:r>
              <a:rPr lang="en-GB" dirty="0"/>
              <a:t> evidence that different deletion structures behave differently.</a:t>
            </a:r>
          </a:p>
          <a:p>
            <a:r>
              <a:rPr lang="en-GB" dirty="0"/>
              <a:t>Then your conclusion can pull those together.</a:t>
            </a:r>
          </a:p>
          <a:p>
            <a:r>
              <a:rPr lang="en-GB" b="1" dirty="0"/>
              <a:t>You also need to show how the project is “used”</a:t>
            </a:r>
          </a:p>
          <a:p>
            <a:r>
              <a:rPr lang="en-GB" dirty="0"/>
              <a:t>This doesn't mean you need a front end.</a:t>
            </a:r>
          </a:p>
          <a:p>
            <a:r>
              <a:rPr lang="en-GB" dirty="0"/>
              <a:t>You can demonstrate:</a:t>
            </a:r>
          </a:p>
          <a:p>
            <a:r>
              <a:rPr lang="en-GB" dirty="0"/>
              <a:t>Select a deletion scenario → create forget/retain sets → apply an unlearning method → evaluate the updated model.</a:t>
            </a:r>
          </a:p>
          <a:p>
            <a:r>
              <a:rPr lang="en-GB" dirty="0"/>
              <a:t>Showing a small part of the notebook doing this is enough to demonstrate use. You don't need to build an app just for the video.</a:t>
            </a:r>
          </a:p>
          <a:p>
            <a:r>
              <a:rPr lang="en-GB" dirty="0"/>
              <a:t>And because the handbook explicitly requires the recorded demo to start with your </a:t>
            </a:r>
            <a:r>
              <a:rPr lang="en-GB" b="1" dirty="0"/>
              <a:t>project title, name, student number and an image of yourself</a:t>
            </a:r>
            <a:r>
              <a:rPr lang="en-GB" dirty="0"/>
              <a:t>, make Slide 1 satisfy that requirement now. Then tomorrow's deck can later be adapted directly into your recorded submission rather than creating another presentation from scratch.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75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Slide 2 — What is Machine Unlearning?</a:t>
            </a:r>
          </a:p>
          <a:p>
            <a:r>
              <a:rPr lang="en-GB" dirty="0"/>
              <a:t>This establishes the problem.</a:t>
            </a:r>
          </a:p>
          <a:p>
            <a:r>
              <a:rPr lang="en-GB" b="1" dirty="0"/>
              <a:t>Left side: simple definition</a:t>
            </a:r>
          </a:p>
          <a:p>
            <a:r>
              <a:rPr lang="en-GB" b="1" dirty="0"/>
              <a:t>Machine unlearning aims to remove the influence of specified training data from a trained model, ideally making it behave as though those data had never been used.</a:t>
            </a:r>
            <a:endParaRPr lang="en-GB" dirty="0"/>
          </a:p>
          <a:p>
            <a:r>
              <a:rPr lang="en-GB" dirty="0"/>
              <a:t>Then explain the important distinction:</a:t>
            </a:r>
          </a:p>
          <a:p>
            <a:r>
              <a:rPr lang="en-GB" b="1" dirty="0"/>
              <a:t>Delete data ≠ model forgets data</a:t>
            </a:r>
            <a:endParaRPr lang="en-GB" dirty="0"/>
          </a:p>
          <a:p>
            <a:r>
              <a:rPr lang="en-GB" b="1" dirty="0"/>
              <a:t>Right side: simple diagram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Training Data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 Model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Trained Model</a:t>
            </a:r>
          </a:p>
          <a:p>
            <a:pPr rtl="0"/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Person requests deletion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 their records  ✗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Their influence may remain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trained model</a:t>
            </a:r>
          </a:p>
          <a:p>
            <a:r>
              <a:rPr lang="en-GB" dirty="0"/>
              <a:t>Then: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Machine Unlearning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Remove their influence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model</a:t>
            </a:r>
          </a:p>
          <a:p>
            <a:r>
              <a:rPr lang="en-GB" b="1" dirty="0"/>
              <a:t>What you say:</a:t>
            </a:r>
            <a:br>
              <a:rPr lang="en-GB" dirty="0"/>
            </a:br>
            <a:r>
              <a:rPr lang="en-GB" dirty="0"/>
              <a:t>“This matters because simply deleting a record from a database does not undo the influence it already had during model training.”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RQ1 — Effectiveness</a:t>
            </a:r>
            <a:br>
              <a:rPr lang="en-GB" dirty="0"/>
            </a:br>
            <a:r>
              <a:rPr lang="en-GB" dirty="0"/>
              <a:t>How closely can approximate unlearning reproduce full retraining?</a:t>
            </a:r>
          </a:p>
          <a:p>
            <a:r>
              <a:rPr lang="en-GB" b="1" dirty="0"/>
              <a:t>RQ2 — Deletion Structure</a:t>
            </a:r>
            <a:br>
              <a:rPr lang="en-GB" dirty="0"/>
            </a:br>
            <a:r>
              <a:rPr lang="en-GB" dirty="0"/>
              <a:t>How does the structure of the deletion request affect unlearning effectiveness?</a:t>
            </a:r>
          </a:p>
          <a:p>
            <a:r>
              <a:rPr lang="en-GB" b="1" dirty="0"/>
              <a:t>RQ3 — Trade-offs</a:t>
            </a:r>
            <a:br>
              <a:rPr lang="en-GB" dirty="0"/>
            </a:br>
            <a:r>
              <a:rPr lang="en-GB" dirty="0"/>
              <a:t>What trade-offs exist between forgetting, retained utility and computational efficiency?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Try and motivate for my </a:t>
            </a:r>
            <a:r>
              <a:rPr lang="en-GB" dirty="0" err="1"/>
              <a:t>proj</a:t>
            </a:r>
            <a:r>
              <a:rPr lang="en-GB" dirty="0"/>
              <a:t> </a:t>
            </a:r>
            <a:r>
              <a:rPr lang="en-GB" dirty="0" err="1"/>
              <a:t>specidically</a:t>
            </a:r>
            <a:r>
              <a:rPr lang="en-GB" dirty="0"/>
              <a:t> and use less words -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341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“For example, creatinine had to remain between 0.65 and 2.91 mg/dL, and Qwen had to generate six ordered assessments with plausible changes over time.”</a:t>
            </a:r>
          </a:p>
          <a:p>
            <a:endParaRPr lang="en-GB" dirty="0"/>
          </a:p>
          <a:p>
            <a:pPr marL="342900" indent="-342900">
              <a:buAutoNum type="arabicPeriod"/>
            </a:pPr>
            <a:r>
              <a:rPr lang="en-US" sz="1600" dirty="0"/>
              <a:t>Dataset Structure defined</a:t>
            </a:r>
          </a:p>
          <a:p>
            <a:pPr lvl="1"/>
            <a:r>
              <a:rPr lang="en-US" dirty="0"/>
              <a:t>10,000 fictional kidney-transplant recipients</a:t>
            </a:r>
          </a:p>
          <a:p>
            <a:pPr lvl="1"/>
            <a:r>
              <a:rPr lang="en-US" dirty="0"/>
              <a:t>6 assessments per recipient – at days 7, 14, 30, 60, 90, 180</a:t>
            </a:r>
          </a:p>
          <a:p>
            <a:pPr lvl="1"/>
            <a:r>
              <a:rPr lang="en-US" dirty="0"/>
              <a:t>Binary acute-rejection target</a:t>
            </a:r>
          </a:p>
          <a:p>
            <a:pPr lvl="1"/>
            <a:r>
              <a:rPr lang="en-US" dirty="0"/>
              <a:t>Information for 5 deletion scenarios</a:t>
            </a:r>
          </a:p>
          <a:p>
            <a:pPr lvl="1"/>
            <a:r>
              <a:rPr lang="en-US" dirty="0"/>
              <a:t>Identity table so that identifiers were separate from classifier inputs</a:t>
            </a:r>
          </a:p>
          <a:p>
            <a:pPr marL="342900" indent="-342900">
              <a:buAutoNum type="arabicPeriod"/>
            </a:pPr>
            <a:r>
              <a:rPr lang="en-US" sz="1600" dirty="0"/>
              <a:t>Python created plan for each fictional recipient</a:t>
            </a:r>
          </a:p>
          <a:p>
            <a:pPr lvl="1"/>
            <a:r>
              <a:rPr lang="en-US" dirty="0"/>
              <a:t>Recipient &amp; donor IDs, hospital assignment</a:t>
            </a:r>
          </a:p>
          <a:p>
            <a:pPr lvl="1"/>
            <a:r>
              <a:rPr lang="en-US" dirty="0"/>
              <a:t>Created starting values to encourage variation between recipients</a:t>
            </a:r>
          </a:p>
          <a:p>
            <a:pPr marL="342900" indent="-342900">
              <a:buAutoNum type="arabicPeriod"/>
            </a:pPr>
            <a:r>
              <a:rPr lang="en-US" sz="1600" dirty="0"/>
              <a:t>QWEN generate the changing clinical measurements</a:t>
            </a:r>
          </a:p>
          <a:p>
            <a:pPr lvl="1"/>
            <a:r>
              <a:rPr lang="en-US" dirty="0"/>
              <a:t>Creatinine – </a:t>
            </a:r>
            <a:r>
              <a:rPr lang="en-US" dirty="0" err="1"/>
              <a:t>creatinine_mg_dl</a:t>
            </a:r>
            <a:endParaRPr lang="en-US" dirty="0"/>
          </a:p>
          <a:p>
            <a:pPr lvl="1"/>
            <a:r>
              <a:rPr lang="en-US" dirty="0"/>
              <a:t>Urine output – urine_output_ml_24h</a:t>
            </a:r>
          </a:p>
          <a:p>
            <a:pPr lvl="1"/>
            <a:r>
              <a:rPr lang="en-US" dirty="0"/>
              <a:t>Tacrolimus trough level – </a:t>
            </a:r>
            <a:r>
              <a:rPr lang="en-US" dirty="0" err="1"/>
              <a:t>tacrolimus_trough_ng_ml</a:t>
            </a:r>
            <a:endParaRPr lang="en-US" dirty="0"/>
          </a:p>
          <a:p>
            <a:pPr lvl="1"/>
            <a:r>
              <a:rPr lang="en-US" dirty="0"/>
              <a:t>Medication Adherence – </a:t>
            </a:r>
            <a:r>
              <a:rPr lang="en-US" dirty="0" err="1"/>
              <a:t>medication_adherence_pct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sz="1600" dirty="0"/>
              <a:t>Python checked QWENs output</a:t>
            </a:r>
          </a:p>
          <a:p>
            <a:pPr lvl="1"/>
            <a:r>
              <a:rPr lang="en-US" dirty="0"/>
              <a:t>Checked they followed required rules</a:t>
            </a:r>
          </a:p>
          <a:p>
            <a:pPr marL="342900" indent="-342900">
              <a:buAutoNum type="arabicPeriod"/>
            </a:pPr>
            <a:r>
              <a:rPr lang="en-US" sz="1600" dirty="0"/>
              <a:t>Validation records assembled into final dataset</a:t>
            </a:r>
          </a:p>
          <a:p>
            <a:pPr lvl="1"/>
            <a:r>
              <a:rPr lang="en-GB" dirty="0"/>
              <a:t>60,000 assessments = 10,000 recipients × 6 assessments each</a:t>
            </a:r>
            <a:endParaRPr lang="en-U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474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PR-AUC — 0.1702:</a:t>
            </a:r>
            <a:r>
              <a:rPr lang="en-GB" dirty="0"/>
              <a:t> The target is highly imbalanced, with only </a:t>
            </a:r>
            <a:r>
              <a:rPr lang="en-GB" b="1" dirty="0"/>
              <a:t>~7.5% positive cases</a:t>
            </a:r>
            <a:r>
              <a:rPr lang="en-GB" dirty="0"/>
              <a:t>. This is better than the ~0.075 random baseline, but still shows limited ability to identify positives while avoiding false positives. </a:t>
            </a:r>
          </a:p>
          <a:p>
            <a:endParaRPr lang="en-GB" b="1" dirty="0"/>
          </a:p>
          <a:p>
            <a:r>
              <a:rPr lang="en-GB" b="1" dirty="0"/>
              <a:t>Balanced Accuracy — 0.6328:</a:t>
            </a:r>
            <a:r>
              <a:rPr lang="en-GB" dirty="0"/>
              <a:t> Accounts for performance on </a:t>
            </a:r>
            <a:r>
              <a:rPr lang="en-GB" b="1" dirty="0"/>
              <a:t>both rejection and non-rejection cases equally</a:t>
            </a:r>
            <a:r>
              <a:rPr lang="en-GB" dirty="0"/>
              <a:t>. Better than chance (0.50), but shows only moderate classification performance. </a:t>
            </a:r>
          </a:p>
          <a:p>
            <a:endParaRPr lang="en-GB" b="1" dirty="0"/>
          </a:p>
          <a:p>
            <a:r>
              <a:rPr lang="en-GB" b="1" dirty="0"/>
              <a:t>BCE — 0.5754:</a:t>
            </a:r>
            <a:r>
              <a:rPr lang="en-GB" dirty="0"/>
              <a:t> Measures how accurate/confident the model's </a:t>
            </a:r>
            <a:r>
              <a:rPr lang="en-GB" b="1" dirty="0"/>
              <a:t>predicted probabilities</a:t>
            </a:r>
            <a:r>
              <a:rPr lang="en-GB" dirty="0"/>
              <a:t> are. Lower is better, but BCE is most useful when comparing models on the same task. </a:t>
            </a:r>
          </a:p>
          <a:p>
            <a:endParaRPr lang="en-GB" b="1" dirty="0"/>
          </a:p>
          <a:p>
            <a:r>
              <a:rPr lang="en-GB" b="1" dirty="0"/>
              <a:t>F1 — 0.2460:</a:t>
            </a:r>
            <a:r>
              <a:rPr lang="en-GB" dirty="0"/>
              <a:t> Combines </a:t>
            </a:r>
            <a:r>
              <a:rPr lang="en-GB" b="1" dirty="0"/>
              <a:t>precision and recall for the positive class</a:t>
            </a:r>
            <a:r>
              <a:rPr lang="en-GB" dirty="0"/>
              <a:t>. The low score shows the model struggles to identify rejection cases accurately without also producing false positives. </a:t>
            </a:r>
          </a:p>
          <a:p>
            <a:endParaRPr lang="en-GB" b="1" dirty="0"/>
          </a:p>
          <a:p>
            <a:r>
              <a:rPr lang="en-GB" b="1" dirty="0"/>
              <a:t>AUROC — 0.7362:</a:t>
            </a:r>
            <a:r>
              <a:rPr lang="en-GB" dirty="0"/>
              <a:t> Measures how well the model </a:t>
            </a:r>
            <a:r>
              <a:rPr lang="en-GB" b="1" dirty="0"/>
              <a:t>separates rejection from non-rejection cases across all thresholds</a:t>
            </a:r>
            <a:r>
              <a:rPr lang="en-GB" dirty="0"/>
              <a:t>. 0.736 indicates reasonable discrimination, but not strong performance. </a:t>
            </a:r>
          </a:p>
          <a:p>
            <a:endParaRPr lang="en-GB" b="1" dirty="0"/>
          </a:p>
          <a:p>
            <a:r>
              <a:rPr lang="en-GB" b="1" dirty="0"/>
              <a:t>Composite Utility — 0.3402:</a:t>
            </a:r>
            <a:r>
              <a:rPr lang="en-GB" dirty="0"/>
              <a:t> Combines the selected utility measures into </a:t>
            </a:r>
            <a:r>
              <a:rPr lang="en-GB" b="1" dirty="0"/>
              <a:t>one overall comparison score</a:t>
            </a:r>
            <a:r>
              <a:rPr lang="en-GB" dirty="0"/>
              <a:t>. It is mainly used to compare whether predictive utility is preserved after unlearning rather than judged on its own.</a:t>
            </a:r>
          </a:p>
          <a:p>
            <a:endParaRPr lang="en-GB" dirty="0"/>
          </a:p>
          <a:p>
            <a:r>
              <a:rPr lang="en-GB" b="1" dirty="0"/>
              <a:t>Overall:</a:t>
            </a:r>
            <a:r>
              <a:rPr lang="en-GB" dirty="0"/>
              <a:t> The baseline shows meaningful but moderate predictive ability. Its purpose is to provide a consistent classifier for comparing machine-unlearning methods rather than a clinically deployable prediction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72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Slide 5 — Experimental Design</a:t>
            </a:r>
          </a:p>
          <a:p>
            <a:r>
              <a:rPr lang="en-GB" dirty="0"/>
              <a:t>This is probably one of your </a:t>
            </a:r>
            <a:r>
              <a:rPr lang="en-GB" b="1" dirty="0"/>
              <a:t>most important slides</a:t>
            </a:r>
            <a:r>
              <a:rPr lang="en-GB" dirty="0"/>
              <a:t>.</a:t>
            </a:r>
          </a:p>
          <a:p>
            <a:r>
              <a:rPr lang="en-GB" dirty="0"/>
              <a:t>Start with your five deletion scenarios:</a:t>
            </a:r>
          </a:p>
          <a:p>
            <a:r>
              <a:rPr lang="en-GB" dirty="0"/>
              <a:t>Deletion </a:t>
            </a:r>
            <a:r>
              <a:rPr lang="en-GB" dirty="0" err="1"/>
              <a:t>requestWhat</a:t>
            </a:r>
            <a:r>
              <a:rPr lang="en-GB" dirty="0"/>
              <a:t> is </a:t>
            </a:r>
            <a:r>
              <a:rPr lang="en-GB" dirty="0" err="1"/>
              <a:t>forgottenRecipient</a:t>
            </a:r>
            <a:r>
              <a:rPr lang="en-GB" dirty="0"/>
              <a:t> </a:t>
            </a:r>
            <a:r>
              <a:rPr lang="en-GB" dirty="0" err="1"/>
              <a:t>WithdrawalRecords</a:t>
            </a:r>
            <a:r>
              <a:rPr lang="en-GB" dirty="0"/>
              <a:t> belonging to a </a:t>
            </a:r>
            <a:r>
              <a:rPr lang="en-GB" dirty="0" err="1"/>
              <a:t>recipientDonor</a:t>
            </a:r>
            <a:r>
              <a:rPr lang="en-GB" dirty="0"/>
              <a:t> </a:t>
            </a:r>
            <a:r>
              <a:rPr lang="en-GB" dirty="0" err="1"/>
              <a:t>WithdrawalRecords</a:t>
            </a:r>
            <a:r>
              <a:rPr lang="en-GB" dirty="0"/>
              <a:t> associated with a </a:t>
            </a:r>
            <a:r>
              <a:rPr lang="en-GB" dirty="0" err="1"/>
              <a:t>donorHospital</a:t>
            </a:r>
            <a:r>
              <a:rPr lang="en-GB" dirty="0"/>
              <a:t> </a:t>
            </a:r>
            <a:r>
              <a:rPr lang="en-GB" dirty="0" err="1"/>
              <a:t>RemovalRecords</a:t>
            </a:r>
            <a:r>
              <a:rPr lang="en-GB" dirty="0"/>
              <a:t> associated with a </a:t>
            </a:r>
            <a:r>
              <a:rPr lang="en-GB" dirty="0" err="1"/>
              <a:t>hospitalInvalid</a:t>
            </a:r>
            <a:r>
              <a:rPr lang="en-GB" dirty="0"/>
              <a:t> ConsentRecords with invalid </a:t>
            </a:r>
            <a:r>
              <a:rPr lang="en-GB" dirty="0" err="1"/>
              <a:t>consentRetention</a:t>
            </a:r>
            <a:r>
              <a:rPr lang="en-GB" dirty="0"/>
              <a:t> </a:t>
            </a:r>
            <a:r>
              <a:rPr lang="en-GB" dirty="0" err="1"/>
              <a:t>ExpiryRecords</a:t>
            </a:r>
            <a:r>
              <a:rPr lang="en-GB" dirty="0"/>
              <a:t> past retention period</a:t>
            </a:r>
          </a:p>
          <a:p>
            <a:r>
              <a:rPr lang="en-GB" dirty="0"/>
              <a:t>Then the central diagram: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Original Model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│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Deletion Request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│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┌──────────┴──────────┐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↓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Full Retraining       Approximate Unlearning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↓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Reference              Method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└──────────┬──────────┘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Compare</a:t>
            </a:r>
          </a:p>
          <a:p>
            <a:r>
              <a:rPr lang="en-GB" dirty="0"/>
              <a:t>At the bottom:</a:t>
            </a:r>
          </a:p>
          <a:p>
            <a:r>
              <a:rPr lang="en-GB" b="1" dirty="0"/>
              <a:t>Full retraining = reference</a:t>
            </a:r>
            <a:endParaRPr lang="en-GB" dirty="0"/>
          </a:p>
          <a:p>
            <a:r>
              <a:rPr lang="en-GB" dirty="0"/>
              <a:t>Explain:</a:t>
            </a:r>
          </a:p>
          <a:p>
            <a:r>
              <a:rPr lang="en-GB" dirty="0"/>
              <a:t>“Full retraining removes the requested records and trains a completely new model. My approximate methods are evaluated according to how closely they reproduce that reference without paying the full retraining cost.”</a:t>
            </a:r>
          </a:p>
          <a:p>
            <a:r>
              <a:rPr lang="en-GB" dirty="0"/>
              <a:t>That sentence is fundamental to your whole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235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371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4B6DD-F360-C5E0-1F60-558B79196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FCB09-5249-7C73-B491-73D5763F6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80011E-3BD4-9DA7-A3C2-799331CC9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Slide 5 — Experimental Design</a:t>
            </a:r>
          </a:p>
          <a:p>
            <a:r>
              <a:rPr lang="en-GB" dirty="0"/>
              <a:t>This is probably one of your </a:t>
            </a:r>
            <a:r>
              <a:rPr lang="en-GB" b="1" dirty="0"/>
              <a:t>most important slides</a:t>
            </a:r>
            <a:r>
              <a:rPr lang="en-GB" dirty="0"/>
              <a:t>.</a:t>
            </a:r>
          </a:p>
          <a:p>
            <a:r>
              <a:rPr lang="en-GB" dirty="0"/>
              <a:t>Start with your five deletion scenarios:</a:t>
            </a:r>
          </a:p>
          <a:p>
            <a:r>
              <a:rPr lang="en-GB" dirty="0"/>
              <a:t>Deletion </a:t>
            </a:r>
            <a:r>
              <a:rPr lang="en-GB" dirty="0" err="1"/>
              <a:t>requestWhat</a:t>
            </a:r>
            <a:r>
              <a:rPr lang="en-GB" dirty="0"/>
              <a:t> is </a:t>
            </a:r>
            <a:r>
              <a:rPr lang="en-GB" dirty="0" err="1"/>
              <a:t>forgottenRecipient</a:t>
            </a:r>
            <a:r>
              <a:rPr lang="en-GB" dirty="0"/>
              <a:t> </a:t>
            </a:r>
            <a:r>
              <a:rPr lang="en-GB" dirty="0" err="1"/>
              <a:t>WithdrawalRecords</a:t>
            </a:r>
            <a:r>
              <a:rPr lang="en-GB" dirty="0"/>
              <a:t> belonging to a </a:t>
            </a:r>
            <a:r>
              <a:rPr lang="en-GB" dirty="0" err="1"/>
              <a:t>recipientDonor</a:t>
            </a:r>
            <a:r>
              <a:rPr lang="en-GB" dirty="0"/>
              <a:t> </a:t>
            </a:r>
            <a:r>
              <a:rPr lang="en-GB" dirty="0" err="1"/>
              <a:t>WithdrawalRecords</a:t>
            </a:r>
            <a:r>
              <a:rPr lang="en-GB" dirty="0"/>
              <a:t> associated with a </a:t>
            </a:r>
            <a:r>
              <a:rPr lang="en-GB" dirty="0" err="1"/>
              <a:t>donorHospital</a:t>
            </a:r>
            <a:r>
              <a:rPr lang="en-GB" dirty="0"/>
              <a:t> </a:t>
            </a:r>
            <a:r>
              <a:rPr lang="en-GB" dirty="0" err="1"/>
              <a:t>RemovalRecords</a:t>
            </a:r>
            <a:r>
              <a:rPr lang="en-GB" dirty="0"/>
              <a:t> associated with a </a:t>
            </a:r>
            <a:r>
              <a:rPr lang="en-GB" dirty="0" err="1"/>
              <a:t>hospitalInvalid</a:t>
            </a:r>
            <a:r>
              <a:rPr lang="en-GB" dirty="0"/>
              <a:t> ConsentRecords with invalid </a:t>
            </a:r>
            <a:r>
              <a:rPr lang="en-GB" dirty="0" err="1"/>
              <a:t>consentRetention</a:t>
            </a:r>
            <a:r>
              <a:rPr lang="en-GB" dirty="0"/>
              <a:t> </a:t>
            </a:r>
            <a:r>
              <a:rPr lang="en-GB" dirty="0" err="1"/>
              <a:t>ExpiryRecords</a:t>
            </a:r>
            <a:r>
              <a:rPr lang="en-GB" dirty="0"/>
              <a:t> past retention period</a:t>
            </a:r>
          </a:p>
          <a:p>
            <a:r>
              <a:rPr lang="en-GB" dirty="0"/>
              <a:t>Then the central diagram: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Original Model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│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Deletion Request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│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┌──────────┴──────────┐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↓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Full Retraining       Approximate Unlearning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↓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Reference              Method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└──────────┬──────────┘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Compare</a:t>
            </a:r>
          </a:p>
          <a:p>
            <a:r>
              <a:rPr lang="en-GB" dirty="0"/>
              <a:t>At the bottom:</a:t>
            </a:r>
          </a:p>
          <a:p>
            <a:r>
              <a:rPr lang="en-GB" b="1" dirty="0"/>
              <a:t>Full retraining = reference</a:t>
            </a:r>
            <a:endParaRPr lang="en-GB" dirty="0"/>
          </a:p>
          <a:p>
            <a:r>
              <a:rPr lang="en-GB" dirty="0"/>
              <a:t>Explain:</a:t>
            </a:r>
          </a:p>
          <a:p>
            <a:r>
              <a:rPr lang="en-GB" dirty="0"/>
              <a:t>“Full retraining removes the requested records and trains a completely new model. My approximate methods are evaluated according to how closely they reproduce that reference without paying the full retraining cost.”</a:t>
            </a:r>
          </a:p>
          <a:p>
            <a:r>
              <a:rPr lang="en-GB" dirty="0"/>
              <a:t>That sentence is fundamental to your whole project.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A1F65-5DCD-EC8B-0EBC-71682885B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257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6F937-3190-51B7-14B2-BAE919660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DADBD8-370E-EFDC-944B-E1497FA4C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173D9B-68AD-CDF9-CD65-C8D46EE0F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5A5D1-253B-9B28-F5BB-B9C00DBD29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39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5F126-88E4-EC23-C8B9-65D863177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95855F-918E-5BC8-8A87-3E6CE21C7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61852-A636-B50A-A3EB-A6990A901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Slide 5 — Experimental Design</a:t>
            </a:r>
          </a:p>
          <a:p>
            <a:r>
              <a:rPr lang="en-GB" dirty="0"/>
              <a:t>This is probably one of your </a:t>
            </a:r>
            <a:r>
              <a:rPr lang="en-GB" b="1" dirty="0"/>
              <a:t>most important slides</a:t>
            </a:r>
            <a:r>
              <a:rPr lang="en-GB" dirty="0"/>
              <a:t>.</a:t>
            </a:r>
          </a:p>
          <a:p>
            <a:r>
              <a:rPr lang="en-GB" dirty="0"/>
              <a:t>Start with your five deletion scenarios:</a:t>
            </a:r>
          </a:p>
          <a:p>
            <a:r>
              <a:rPr lang="en-GB" dirty="0"/>
              <a:t>Deletion </a:t>
            </a:r>
            <a:r>
              <a:rPr lang="en-GB" dirty="0" err="1"/>
              <a:t>requestWhat</a:t>
            </a:r>
            <a:r>
              <a:rPr lang="en-GB" dirty="0"/>
              <a:t> is </a:t>
            </a:r>
            <a:r>
              <a:rPr lang="en-GB" dirty="0" err="1"/>
              <a:t>forgottenRecipient</a:t>
            </a:r>
            <a:r>
              <a:rPr lang="en-GB" dirty="0"/>
              <a:t> </a:t>
            </a:r>
            <a:r>
              <a:rPr lang="en-GB" dirty="0" err="1"/>
              <a:t>WithdrawalRecords</a:t>
            </a:r>
            <a:r>
              <a:rPr lang="en-GB" dirty="0"/>
              <a:t> belonging to a </a:t>
            </a:r>
            <a:r>
              <a:rPr lang="en-GB" dirty="0" err="1"/>
              <a:t>recipientDonor</a:t>
            </a:r>
            <a:r>
              <a:rPr lang="en-GB" dirty="0"/>
              <a:t> </a:t>
            </a:r>
            <a:r>
              <a:rPr lang="en-GB" dirty="0" err="1"/>
              <a:t>WithdrawalRecords</a:t>
            </a:r>
            <a:r>
              <a:rPr lang="en-GB" dirty="0"/>
              <a:t> associated with a </a:t>
            </a:r>
            <a:r>
              <a:rPr lang="en-GB" dirty="0" err="1"/>
              <a:t>donorHospital</a:t>
            </a:r>
            <a:r>
              <a:rPr lang="en-GB" dirty="0"/>
              <a:t> </a:t>
            </a:r>
            <a:r>
              <a:rPr lang="en-GB" dirty="0" err="1"/>
              <a:t>RemovalRecords</a:t>
            </a:r>
            <a:r>
              <a:rPr lang="en-GB" dirty="0"/>
              <a:t> associated with a </a:t>
            </a:r>
            <a:r>
              <a:rPr lang="en-GB" dirty="0" err="1"/>
              <a:t>hospitalInvalid</a:t>
            </a:r>
            <a:r>
              <a:rPr lang="en-GB" dirty="0"/>
              <a:t> ConsentRecords with invalid </a:t>
            </a:r>
            <a:r>
              <a:rPr lang="en-GB" dirty="0" err="1"/>
              <a:t>consentRetention</a:t>
            </a:r>
            <a:r>
              <a:rPr lang="en-GB" dirty="0"/>
              <a:t> </a:t>
            </a:r>
            <a:r>
              <a:rPr lang="en-GB" dirty="0" err="1"/>
              <a:t>ExpiryRecords</a:t>
            </a:r>
            <a:r>
              <a:rPr lang="en-GB" dirty="0"/>
              <a:t> past retention period</a:t>
            </a:r>
          </a:p>
          <a:p>
            <a:r>
              <a:rPr lang="en-GB" dirty="0"/>
              <a:t>Then the central diagram: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Original Model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│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Deletion Request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│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┌──────────┴──────────┐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↓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Full Retraining       Approximate Unlearning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↓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Reference              Method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└──────────┬──────────┘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Compare</a:t>
            </a:r>
          </a:p>
          <a:p>
            <a:r>
              <a:rPr lang="en-GB" dirty="0"/>
              <a:t>At the bottom:</a:t>
            </a:r>
          </a:p>
          <a:p>
            <a:r>
              <a:rPr lang="en-GB" b="1" dirty="0"/>
              <a:t>Full retraining = reference</a:t>
            </a:r>
            <a:endParaRPr lang="en-GB" dirty="0"/>
          </a:p>
          <a:p>
            <a:r>
              <a:rPr lang="en-GB" dirty="0"/>
              <a:t>Explain:</a:t>
            </a:r>
          </a:p>
          <a:p>
            <a:r>
              <a:rPr lang="en-GB" dirty="0"/>
              <a:t>“Full retraining removes the requested records and trains a completely new model. My approximate methods are evaluated according to how closely they reproduce that reference without paying the full retraining cost.”</a:t>
            </a:r>
          </a:p>
          <a:p>
            <a:r>
              <a:rPr lang="en-GB" dirty="0"/>
              <a:t>That sentence is fundamental to your whole project.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63B10-F905-30D0-35E3-76032407ED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409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C5749-D04A-CB91-17DE-EB1ACDD78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1CD3AA-6F39-ED88-CA66-F954BDD4C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FE370-DE49-93E7-6B2A-8AD9BB4F7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96733-13D6-E3FD-B7A5-16771A2E9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6887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8EC6B-7EF2-4753-22AD-BDFD9BABB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C4E2A0-391E-7975-533D-BD58EB0FD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5E9BA5-5A4E-6804-0B1E-6A172C93E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Slide 5 — Experimental Design</a:t>
            </a:r>
          </a:p>
          <a:p>
            <a:r>
              <a:rPr lang="en-GB" dirty="0"/>
              <a:t>This is probably one of your </a:t>
            </a:r>
            <a:r>
              <a:rPr lang="en-GB" b="1" dirty="0"/>
              <a:t>most important slides</a:t>
            </a:r>
            <a:r>
              <a:rPr lang="en-GB" dirty="0"/>
              <a:t>.</a:t>
            </a:r>
          </a:p>
          <a:p>
            <a:r>
              <a:rPr lang="en-GB" dirty="0"/>
              <a:t>Start with your five deletion scenarios:</a:t>
            </a:r>
          </a:p>
          <a:p>
            <a:r>
              <a:rPr lang="en-GB" dirty="0"/>
              <a:t>Deletion </a:t>
            </a:r>
            <a:r>
              <a:rPr lang="en-GB" dirty="0" err="1"/>
              <a:t>requestWhat</a:t>
            </a:r>
            <a:r>
              <a:rPr lang="en-GB" dirty="0"/>
              <a:t> is </a:t>
            </a:r>
            <a:r>
              <a:rPr lang="en-GB" dirty="0" err="1"/>
              <a:t>forgottenRecipient</a:t>
            </a:r>
            <a:r>
              <a:rPr lang="en-GB" dirty="0"/>
              <a:t> </a:t>
            </a:r>
            <a:r>
              <a:rPr lang="en-GB" dirty="0" err="1"/>
              <a:t>WithdrawalRecords</a:t>
            </a:r>
            <a:r>
              <a:rPr lang="en-GB" dirty="0"/>
              <a:t> belonging to a </a:t>
            </a:r>
            <a:r>
              <a:rPr lang="en-GB" dirty="0" err="1"/>
              <a:t>recipientDonor</a:t>
            </a:r>
            <a:r>
              <a:rPr lang="en-GB" dirty="0"/>
              <a:t> </a:t>
            </a:r>
            <a:r>
              <a:rPr lang="en-GB" dirty="0" err="1"/>
              <a:t>WithdrawalRecords</a:t>
            </a:r>
            <a:r>
              <a:rPr lang="en-GB" dirty="0"/>
              <a:t> associated with a </a:t>
            </a:r>
            <a:r>
              <a:rPr lang="en-GB" dirty="0" err="1"/>
              <a:t>donorHospital</a:t>
            </a:r>
            <a:r>
              <a:rPr lang="en-GB" dirty="0"/>
              <a:t> </a:t>
            </a:r>
            <a:r>
              <a:rPr lang="en-GB" dirty="0" err="1"/>
              <a:t>RemovalRecords</a:t>
            </a:r>
            <a:r>
              <a:rPr lang="en-GB" dirty="0"/>
              <a:t> associated with a </a:t>
            </a:r>
            <a:r>
              <a:rPr lang="en-GB" dirty="0" err="1"/>
              <a:t>hospitalInvalid</a:t>
            </a:r>
            <a:r>
              <a:rPr lang="en-GB" dirty="0"/>
              <a:t> ConsentRecords with invalid </a:t>
            </a:r>
            <a:r>
              <a:rPr lang="en-GB" dirty="0" err="1"/>
              <a:t>consentRetention</a:t>
            </a:r>
            <a:r>
              <a:rPr lang="en-GB" dirty="0"/>
              <a:t> </a:t>
            </a:r>
            <a:r>
              <a:rPr lang="en-GB" dirty="0" err="1"/>
              <a:t>ExpiryRecords</a:t>
            </a:r>
            <a:r>
              <a:rPr lang="en-GB" dirty="0"/>
              <a:t> past retention period</a:t>
            </a:r>
          </a:p>
          <a:p>
            <a:r>
              <a:rPr lang="en-GB" dirty="0"/>
              <a:t>Then the central diagram: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Original Model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│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Deletion Request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│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┌──────────┴──────────┐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↓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Full Retraining       Approximate Unlearning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↓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Reference              Method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└──────────┬──────────┘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Compare</a:t>
            </a:r>
          </a:p>
          <a:p>
            <a:r>
              <a:rPr lang="en-GB" dirty="0"/>
              <a:t>At the bottom:</a:t>
            </a:r>
          </a:p>
          <a:p>
            <a:r>
              <a:rPr lang="en-GB" b="1" dirty="0"/>
              <a:t>Full retraining = reference</a:t>
            </a:r>
            <a:endParaRPr lang="en-GB" dirty="0"/>
          </a:p>
          <a:p>
            <a:r>
              <a:rPr lang="en-GB" dirty="0"/>
              <a:t>Explain:</a:t>
            </a:r>
          </a:p>
          <a:p>
            <a:r>
              <a:rPr lang="en-GB" dirty="0"/>
              <a:t>“Full retraining removes the requested records and trains a completely new model. My approximate methods are evaluated according to how closely they reproduce that reference without paying the full retraining cost.”</a:t>
            </a:r>
          </a:p>
          <a:p>
            <a:r>
              <a:rPr lang="en-GB" dirty="0"/>
              <a:t>That sentence is fundamental to your whole project.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31CBB-83FA-1C08-6A91-F5760737FF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816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Slide 6 — Methods &amp; Evaluation</a:t>
            </a:r>
          </a:p>
          <a:p>
            <a:r>
              <a:rPr lang="en-GB" dirty="0"/>
              <a:t>Split this slide vertically.</a:t>
            </a:r>
          </a:p>
          <a:p>
            <a:r>
              <a:rPr lang="en-GB" b="1" dirty="0"/>
              <a:t>Left — Methods</a:t>
            </a:r>
          </a:p>
          <a:p>
            <a:r>
              <a:rPr lang="en-GB" b="1" dirty="0"/>
              <a:t>Reference</a:t>
            </a:r>
            <a:endParaRPr lang="en-GB" dirty="0"/>
          </a:p>
          <a:p>
            <a:r>
              <a:rPr lang="en-GB" dirty="0"/>
              <a:t>Full Retraining </a:t>
            </a:r>
          </a:p>
          <a:p>
            <a:r>
              <a:rPr lang="en-GB" b="1" dirty="0"/>
              <a:t>Approximate Unlearning</a:t>
            </a:r>
            <a:endParaRPr lang="en-GB" dirty="0"/>
          </a:p>
          <a:p>
            <a:r>
              <a:rPr lang="en-GB" dirty="0"/>
              <a:t>Retain-Set Fine-Tuning </a:t>
            </a:r>
          </a:p>
          <a:p>
            <a:r>
              <a:rPr lang="en-GB" dirty="0"/>
              <a:t>Gradient Ascent </a:t>
            </a:r>
          </a:p>
          <a:p>
            <a:r>
              <a:rPr lang="en-GB" dirty="0"/>
              <a:t>Gradient Difference </a:t>
            </a:r>
          </a:p>
          <a:p>
            <a:r>
              <a:rPr lang="en-GB" b="1" dirty="0"/>
              <a:t>SISA</a:t>
            </a:r>
            <a:endParaRPr lang="en-GB" dirty="0"/>
          </a:p>
          <a:p>
            <a:r>
              <a:rPr lang="en-GB" dirty="0"/>
              <a:t>Standard SISA </a:t>
            </a:r>
          </a:p>
          <a:p>
            <a:r>
              <a:rPr lang="en-GB" dirty="0"/>
              <a:t>Provider-Aware SISA </a:t>
            </a:r>
          </a:p>
          <a:p>
            <a:r>
              <a:rPr lang="en-GB" dirty="0"/>
              <a:t>Policy-Aware SISA </a:t>
            </a:r>
          </a:p>
          <a:p>
            <a:r>
              <a:rPr lang="en-GB" dirty="0"/>
              <a:t>Don't explain every algorithm deeply here.</a:t>
            </a:r>
          </a:p>
          <a:p>
            <a:r>
              <a:rPr lang="en-GB" b="1" dirty="0"/>
              <a:t>Right — How do I decide what is “good”?</a:t>
            </a:r>
          </a:p>
          <a:p>
            <a:r>
              <a:rPr lang="en-GB" dirty="0"/>
              <a:t>Use your three pillars:</a:t>
            </a:r>
          </a:p>
          <a:p>
            <a:r>
              <a:rPr lang="en-GB" b="1" dirty="0"/>
              <a:t>1. Utility</a:t>
            </a:r>
          </a:p>
          <a:p>
            <a:r>
              <a:rPr lang="en-GB" dirty="0"/>
              <a:t>Does the model still work?</a:t>
            </a:r>
          </a:p>
          <a:p>
            <a:r>
              <a:rPr lang="en-GB" dirty="0"/>
              <a:t>PR-AUC </a:t>
            </a:r>
          </a:p>
          <a:p>
            <a:r>
              <a:rPr lang="en-GB" dirty="0"/>
              <a:t>Balanced Accuracy </a:t>
            </a:r>
          </a:p>
          <a:p>
            <a:r>
              <a:rPr lang="en-GB" dirty="0"/>
              <a:t>BCE </a:t>
            </a:r>
          </a:p>
          <a:p>
            <a:r>
              <a:rPr lang="en-GB" dirty="0"/>
              <a:t>F1 </a:t>
            </a:r>
          </a:p>
          <a:p>
            <a:r>
              <a:rPr lang="en-GB" dirty="0"/>
              <a:t>AUROC </a:t>
            </a:r>
          </a:p>
          <a:p>
            <a:r>
              <a:rPr lang="en-GB" dirty="0"/>
              <a:t>Composite Utility </a:t>
            </a:r>
          </a:p>
          <a:p>
            <a:r>
              <a:rPr lang="en-GB" b="1" dirty="0"/>
              <a:t>2. Forgetting</a:t>
            </a:r>
          </a:p>
          <a:p>
            <a:r>
              <a:rPr lang="en-GB" dirty="0"/>
              <a:t>Does it resemble a model that never saw the deleted records?</a:t>
            </a:r>
          </a:p>
          <a:p>
            <a:r>
              <a:rPr lang="en-GB" dirty="0"/>
              <a:t>Truth Ratio </a:t>
            </a:r>
          </a:p>
          <a:p>
            <a:r>
              <a:rPr lang="en-GB" b="1" dirty="0"/>
              <a:t>KS Statistic</a:t>
            </a:r>
            <a:r>
              <a:rPr lang="en-GB" dirty="0"/>
              <a:t> </a:t>
            </a:r>
          </a:p>
          <a:p>
            <a:r>
              <a:rPr lang="en-GB" b="1" dirty="0"/>
              <a:t>3. Efficiency</a:t>
            </a:r>
          </a:p>
          <a:p>
            <a:r>
              <a:rPr lang="en-GB" dirty="0"/>
              <a:t>Was unlearning cheaper?</a:t>
            </a:r>
          </a:p>
          <a:p>
            <a:r>
              <a:rPr lang="en-GB" dirty="0"/>
              <a:t>Runtime </a:t>
            </a:r>
          </a:p>
          <a:p>
            <a:r>
              <a:rPr lang="en-GB" dirty="0"/>
              <a:t>Speed-up vs Full Retraining </a:t>
            </a:r>
          </a:p>
          <a:p>
            <a:r>
              <a:rPr lang="en-GB" dirty="0"/>
              <a:t>I'd visually make </a:t>
            </a:r>
            <a:r>
              <a:rPr lang="en-GB" b="1" dirty="0"/>
              <a:t>Utility / Forgetting / Efficiency</a:t>
            </a:r>
            <a:r>
              <a:rPr lang="en-GB" dirty="0"/>
              <a:t> the three big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152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374DD-715E-1E61-D4D3-66DE8F2BA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46D1D4-0C42-32B5-42BA-3EE504E4D4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74A5EC-A9D9-A259-6DF0-FB8917437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Why PR-AUC is useful here</a:t>
            </a:r>
          </a:p>
          <a:p>
            <a:r>
              <a:rPr lang="en-GB" b="1" dirty="0"/>
              <a:t>PR-AUC = Precision-Recall Area Under the Curve.</a:t>
            </a:r>
            <a:endParaRPr lang="en-GB" dirty="0"/>
          </a:p>
          <a:p>
            <a:r>
              <a:rPr lang="en-GB" dirty="0"/>
              <a:t>It focuses specifically on how well the model identifies the </a:t>
            </a:r>
            <a:r>
              <a:rPr lang="en-GB" b="1" dirty="0"/>
              <a:t>positive class — acute rejection</a:t>
            </a:r>
            <a:r>
              <a:rPr lang="en-GB" dirty="0"/>
              <a:t>:</a:t>
            </a:r>
          </a:p>
          <a:p>
            <a:r>
              <a:rPr lang="en-GB" b="1" dirty="0"/>
              <a:t>Precision:</a:t>
            </a:r>
            <a:r>
              <a:rPr lang="en-GB" dirty="0"/>
              <a:t> When the model predicts acute rejection, how often is it correct? </a:t>
            </a:r>
          </a:p>
          <a:p>
            <a:r>
              <a:rPr lang="en-GB" b="1" dirty="0"/>
              <a:t>Recall:</a:t>
            </a:r>
            <a:r>
              <a:rPr lang="en-GB" dirty="0"/>
              <a:t> Of the actual acute-rejection cases, how many does it find? </a:t>
            </a:r>
          </a:p>
          <a:p>
            <a:r>
              <a:rPr lang="en-GB" dirty="0"/>
              <a:t>That makes it particularly appropriate when the positive class is </a:t>
            </a:r>
            <a:r>
              <a:rPr lang="en-GB" b="1" dirty="0"/>
              <a:t>rare but important</a:t>
            </a:r>
            <a:r>
              <a:rPr lang="en-GB" dirty="0"/>
              <a:t>.</a:t>
            </a:r>
          </a:p>
          <a:p>
            <a:r>
              <a:rPr lang="en-GB" b="1" dirty="0"/>
              <a:t>Why not just accuracy?</a:t>
            </a:r>
          </a:p>
          <a:p>
            <a:r>
              <a:rPr lang="en-GB" dirty="0"/>
              <a:t>A model could predict:</a:t>
            </a:r>
          </a:p>
          <a:p>
            <a:r>
              <a:rPr lang="en-GB" b="1" dirty="0"/>
              <a:t>"No rejection" for almost everyone</a:t>
            </a:r>
            <a:endParaRPr lang="en-GB" dirty="0"/>
          </a:p>
          <a:p>
            <a:r>
              <a:rPr lang="en-GB" dirty="0"/>
              <a:t>and achieve high accuracy simply because ~92% of cases are negative.</a:t>
            </a:r>
          </a:p>
          <a:p>
            <a:r>
              <a:rPr lang="en-GB" dirty="0"/>
              <a:t>That wouldn't be a useful clinical classifier.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42FAA-2B8B-F675-7474-BD23AA984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587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Slide 8 — What Did SISA Show?</a:t>
            </a:r>
          </a:p>
          <a:p>
            <a:r>
              <a:rPr lang="en-GB" dirty="0"/>
              <a:t>I think SISA deserves its own slide because you did three experiments and there is actually a good story.</a:t>
            </a:r>
          </a:p>
          <a:p>
            <a:r>
              <a:rPr lang="en-GB" b="1" dirty="0"/>
              <a:t>Main comparison</a:t>
            </a:r>
          </a:p>
          <a:p>
            <a:r>
              <a:rPr lang="en-GB" dirty="0" err="1"/>
              <a:t>SISAMean</a:t>
            </a:r>
            <a:r>
              <a:rPr lang="en-GB" dirty="0"/>
              <a:t> KS ↓Affected Shards ↓Replay Stages ↓Runtime ↓Standard…5.025.0…Provider-Aware…5.025.0…Policy-Aware*…1.87.2…</a:t>
            </a:r>
          </a:p>
          <a:p>
            <a:r>
              <a:rPr lang="en-GB" dirty="0"/>
              <a:t>Then underneath:</a:t>
            </a:r>
          </a:p>
          <a:p>
            <a:r>
              <a:rPr lang="en-GB" b="1" dirty="0"/>
              <a:t>Standard SISA:</a:t>
            </a:r>
            <a:r>
              <a:rPr lang="en-GB" dirty="0"/>
              <a:t> deletion records were distributed across all shards, so almost everything had to be replayed.</a:t>
            </a:r>
          </a:p>
          <a:p>
            <a:r>
              <a:rPr lang="en-GB" b="1" dirty="0"/>
              <a:t>Provider-Aware:</a:t>
            </a:r>
            <a:r>
              <a:rPr lang="en-GB" dirty="0"/>
              <a:t> provider grouping did not substantially solve the problem.</a:t>
            </a:r>
          </a:p>
          <a:p>
            <a:r>
              <a:rPr lang="en-GB" b="1" dirty="0"/>
              <a:t>Policy-Aware:</a:t>
            </a:r>
            <a:r>
              <a:rPr lang="en-GB" dirty="0"/>
              <a:t> dramatically localised deletion requests and reduced replay, but did </a:t>
            </a:r>
            <a:r>
              <a:rPr lang="en-GB" b="1" dirty="0"/>
              <a:t>not automatically improve forgetting quality</a:t>
            </a:r>
            <a:r>
              <a:rPr lang="en-GB" dirty="0"/>
              <a:t>.</a:t>
            </a:r>
          </a:p>
          <a:p>
            <a:r>
              <a:rPr lang="en-GB" dirty="0"/>
              <a:t>And a little footnote:</a:t>
            </a:r>
          </a:p>
          <a:p>
            <a:r>
              <a:rPr lang="en-GB" i="1" dirty="0"/>
              <a:t>Exploratory oracle-style sensitivity experiment.</a:t>
            </a:r>
            <a:endParaRPr lang="en-GB" dirty="0"/>
          </a:p>
          <a:p>
            <a:r>
              <a:rPr lang="en-GB" dirty="0"/>
              <a:t>That gives you a really nice conclusion:</a:t>
            </a:r>
          </a:p>
          <a:p>
            <a:r>
              <a:rPr lang="en-GB" b="1" dirty="0"/>
              <a:t>Data organisation matters to unlearning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052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Slide 9 — LLM Extension: Qwen as a Classifier</a:t>
            </a:r>
          </a:p>
          <a:p>
            <a:r>
              <a:rPr lang="en-GB" dirty="0"/>
              <a:t>Since this is being worked on now, don't make it the centre of tomorrow's presentation.</a:t>
            </a:r>
          </a:p>
          <a:p>
            <a:r>
              <a:rPr lang="en-GB" dirty="0"/>
              <a:t>Title:</a:t>
            </a:r>
          </a:p>
          <a:p>
            <a:r>
              <a:rPr lang="en-GB" b="1" dirty="0"/>
              <a:t>Extension: Machine Unlearning with an LLM Classifier</a:t>
            </a:r>
          </a:p>
          <a:p>
            <a:r>
              <a:rPr lang="en-GB" dirty="0"/>
              <a:t>Then diagram: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Kidney Assessment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Structured Text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Qwen2.5-0.5B +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LoRA</a:t>
            </a: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Rejection / No Rejection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 Five Deletion Scenarios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Retraining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vs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Gradient Difference</a:t>
            </a:r>
          </a:p>
          <a:p>
            <a:r>
              <a:rPr lang="en-GB" dirty="0"/>
              <a:t>Explain </a:t>
            </a:r>
            <a:r>
              <a:rPr lang="en-GB" dirty="0" err="1"/>
              <a:t>LoRA</a:t>
            </a:r>
            <a:r>
              <a:rPr lang="en-GB" dirty="0"/>
              <a:t> in one sentence:</a:t>
            </a:r>
          </a:p>
          <a:p>
            <a:r>
              <a:rPr lang="en-GB" b="1" dirty="0"/>
              <a:t>Qwen remains the underlying pretrained LLM, while a small set of task-specific </a:t>
            </a:r>
            <a:r>
              <a:rPr lang="en-GB" b="1" dirty="0" err="1"/>
              <a:t>LoRA</a:t>
            </a:r>
            <a:r>
              <a:rPr lang="en-GB" b="1" dirty="0"/>
              <a:t> parameters are trained on the kidney dataset.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Evaluation remains identical:</a:t>
            </a:r>
            <a:endParaRPr lang="en-GB" dirty="0"/>
          </a:p>
          <a:p>
            <a:r>
              <a:rPr lang="en-GB" dirty="0"/>
              <a:t>Utility → Forgetting → Efficiency</a:t>
            </a:r>
          </a:p>
          <a:p>
            <a:r>
              <a:rPr lang="en-GB" dirty="0"/>
              <a:t>If results finish in time, add them.</a:t>
            </a:r>
          </a:p>
          <a:p>
            <a:r>
              <a:rPr lang="en-GB" dirty="0"/>
              <a:t>If they don't, put:</a:t>
            </a:r>
          </a:p>
          <a:p>
            <a:r>
              <a:rPr lang="en-GB" b="1" dirty="0"/>
              <a:t>Current work</a:t>
            </a:r>
          </a:p>
          <a:p>
            <a:r>
              <a:rPr lang="en-GB" dirty="0"/>
              <a:t>and say:</a:t>
            </a:r>
          </a:p>
          <a:p>
            <a:r>
              <a:rPr lang="en-GB" dirty="0"/>
              <a:t>“This experiment is currently being completed and extends the same evaluation framework to an LLM-based classifier.”</a:t>
            </a:r>
          </a:p>
          <a:p>
            <a:r>
              <a:rPr lang="en-GB" dirty="0"/>
              <a:t>That's completely fine for tomorrow.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19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Slide 10 — Conclusions &amp; Future Work</a:t>
            </a:r>
          </a:p>
          <a:p>
            <a:r>
              <a:rPr lang="en-GB" dirty="0"/>
              <a:t>Bring everything back to the research questions.</a:t>
            </a:r>
          </a:p>
          <a:p>
            <a:r>
              <a:rPr lang="en-GB" dirty="0"/>
              <a:t>I'd structure it as </a:t>
            </a:r>
            <a:r>
              <a:rPr lang="en-GB" b="1" dirty="0"/>
              <a:t>four main findings</a:t>
            </a:r>
            <a:r>
              <a:rPr lang="en-GB" dirty="0"/>
              <a:t>.</a:t>
            </a:r>
          </a:p>
          <a:p>
            <a:r>
              <a:rPr lang="en-GB" dirty="0"/>
              <a:t>For example:</a:t>
            </a:r>
          </a:p>
          <a:p>
            <a:r>
              <a:rPr lang="en-GB" b="1" dirty="0"/>
              <a:t>1. Approximate unlearning can preserve model utility</a:t>
            </a:r>
          </a:p>
          <a:p>
            <a:r>
              <a:rPr lang="en-GB" dirty="0"/>
              <a:t>The model often remained useful without complete retraining.</a:t>
            </a:r>
          </a:p>
          <a:p>
            <a:r>
              <a:rPr lang="en-GB" b="1" dirty="0"/>
              <a:t>2. Forgetting is scenario-dependent</a:t>
            </a:r>
          </a:p>
          <a:p>
            <a:r>
              <a:rPr lang="en-GB" dirty="0"/>
              <a:t>Deletion structure matters — similar-sized forget sets do not necessarily produce similar unlearning behaviour.</a:t>
            </a:r>
          </a:p>
          <a:p>
            <a:r>
              <a:rPr lang="en-GB" b="1" dirty="0"/>
              <a:t>3. Faster does not automatically mean better forgetting</a:t>
            </a:r>
          </a:p>
          <a:p>
            <a:r>
              <a:rPr lang="en-GB" dirty="0"/>
              <a:t>There is a trade-off between computational efficiency and similarity to full retraining.</a:t>
            </a:r>
          </a:p>
          <a:p>
            <a:r>
              <a:rPr lang="en-GB" b="1" dirty="0"/>
              <a:t>4. Data organisation matters</a:t>
            </a:r>
          </a:p>
          <a:p>
            <a:r>
              <a:rPr lang="en-GB" dirty="0"/>
              <a:t>The SISA experiments showed that deletion locality strongly influences replay efficiency.</a:t>
            </a:r>
          </a:p>
          <a:p>
            <a:r>
              <a:rPr lang="en-GB" dirty="0"/>
              <a:t>Then:</a:t>
            </a:r>
          </a:p>
          <a:p>
            <a:r>
              <a:rPr lang="en-GB" b="1" dirty="0"/>
              <a:t>Limitations / Future Work</a:t>
            </a:r>
          </a:p>
          <a:p>
            <a:r>
              <a:rPr lang="en-GB" dirty="0"/>
              <a:t>Keep it short:</a:t>
            </a:r>
          </a:p>
          <a:p>
            <a:r>
              <a:rPr lang="en-GB" dirty="0"/>
              <a:t>Synthetic dataset </a:t>
            </a:r>
          </a:p>
          <a:p>
            <a:r>
              <a:rPr lang="en-GB" dirty="0"/>
              <a:t>Behavioural forgetting metrics do not prove complete erasure </a:t>
            </a:r>
          </a:p>
          <a:p>
            <a:r>
              <a:rPr lang="en-GB" dirty="0"/>
              <a:t>Limited model/hyperparameter exploration </a:t>
            </a:r>
          </a:p>
          <a:p>
            <a:r>
              <a:rPr lang="en-GB" dirty="0"/>
              <a:t>Complete Qwen experiment </a:t>
            </a:r>
          </a:p>
          <a:p>
            <a:r>
              <a:rPr lang="en-GB" dirty="0"/>
              <a:t>Test on additional datasets/model families </a:t>
            </a:r>
          </a:p>
          <a:p>
            <a:r>
              <a:rPr lang="en-GB" dirty="0"/>
              <a:t>And finish with your overall message:</a:t>
            </a:r>
          </a:p>
          <a:p>
            <a:r>
              <a:rPr lang="en-GB" b="1" dirty="0"/>
              <a:t>Machine unlearning should be evaluated not only by whether a method changes a model, but by how closely it reproduces full retraining while preserving utility and reducing computational cost.</a:t>
            </a:r>
            <a:endParaRPr lang="en-GB" dirty="0"/>
          </a:p>
          <a:p>
            <a:r>
              <a:rPr lang="en-GB" dirty="0"/>
              <a:t>That is a strong ending because it summarises your entire experimental design.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81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9/6/26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2CF3BB1-DF98-4DE6-8560-B40D1C200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BCD6B3C-5222-4994-AE89-F5142B3F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451C17E7-EB70-4BF9-87FC-FBA3B93CC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>
                <a:gd name="T0" fmla="*/ 1752 w 2038"/>
                <a:gd name="T1" fmla="*/ 1169 h 1169"/>
                <a:gd name="T2" fmla="*/ 1487 w 2038"/>
                <a:gd name="T3" fmla="*/ 334 h 1169"/>
                <a:gd name="T4" fmla="*/ 860 w 2038"/>
                <a:gd name="T5" fmla="*/ 22 h 1169"/>
                <a:gd name="T6" fmla="*/ 199 w 2038"/>
                <a:gd name="T7" fmla="*/ 318 h 1169"/>
                <a:gd name="T8" fmla="*/ 399 w 2038"/>
                <a:gd name="T9" fmla="*/ 1165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E3F0E3D1-C814-4527-8FDB-82194F60E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>
                <a:gd name="T0" fmla="*/ 1025 w 1549"/>
                <a:gd name="T1" fmla="*/ 1016 h 1017"/>
                <a:gd name="T2" fmla="*/ 1443 w 1549"/>
                <a:gd name="T3" fmla="*/ 592 h 1017"/>
                <a:gd name="T4" fmla="*/ 782 w 1549"/>
                <a:gd name="T5" fmla="*/ 53 h 1017"/>
                <a:gd name="T6" fmla="*/ 150 w 1549"/>
                <a:gd name="T7" fmla="*/ 329 h 1017"/>
                <a:gd name="T8" fmla="*/ 477 w 1549"/>
                <a:gd name="T9" fmla="*/ 101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6E96B4F2-EA59-420B-BA01-1BDE908B9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>
                <a:gd name="T0" fmla="*/ 1302 w 1688"/>
                <a:gd name="T1" fmla="*/ 1066 h 1066"/>
                <a:gd name="T2" fmla="*/ 1613 w 1688"/>
                <a:gd name="T3" fmla="*/ 850 h 1066"/>
                <a:gd name="T4" fmla="*/ 1517 w 1688"/>
                <a:gd name="T5" fmla="*/ 471 h 1066"/>
                <a:gd name="T6" fmla="*/ 798 w 1688"/>
                <a:gd name="T7" fmla="*/ 28 h 1066"/>
                <a:gd name="T8" fmla="*/ 181 w 1688"/>
                <a:gd name="T9" fmla="*/ 333 h 1066"/>
                <a:gd name="T10" fmla="*/ 420 w 1688"/>
                <a:gd name="T11" fmla="*/ 1066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76D3B9A5-A837-427D-B792-9CAC4A228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>
                <a:gd name="T0" fmla="*/ 1873 w 2171"/>
                <a:gd name="T1" fmla="*/ 1326 h 1326"/>
                <a:gd name="T2" fmla="*/ 1609 w 2171"/>
                <a:gd name="T3" fmla="*/ 473 h 1326"/>
                <a:gd name="T4" fmla="*/ 880 w 2171"/>
                <a:gd name="T5" fmla="*/ 63 h 1326"/>
                <a:gd name="T6" fmla="*/ 0 w 2171"/>
                <a:gd name="T7" fmla="*/ 423 h 1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E4FEE0A-1412-4948-A8CF-C5C19E90D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>
                <a:gd name="T0" fmla="*/ 0 w 106"/>
                <a:gd name="T1" fmla="*/ 0 h 143"/>
                <a:gd name="T2" fmla="*/ 106 w 106"/>
                <a:gd name="T3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CD3330F-67EA-4A01-9674-F41C977D6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>
                <a:gd name="T0" fmla="*/ 2046 w 2330"/>
                <a:gd name="T1" fmla="*/ 1452 h 1452"/>
                <a:gd name="T2" fmla="*/ 1813 w 2330"/>
                <a:gd name="T3" fmla="*/ 601 h 1452"/>
                <a:gd name="T4" fmla="*/ 956 w 2330"/>
                <a:gd name="T5" fmla="*/ 97 h 1452"/>
                <a:gd name="T6" fmla="*/ 0 w 2330"/>
                <a:gd name="T7" fmla="*/ 366 h 1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FC0B0F96-8FF8-4A58-B021-9A51A8463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>
                <a:gd name="T0" fmla="*/ 1094 w 1216"/>
                <a:gd name="T1" fmla="*/ 1436 h 1436"/>
                <a:gd name="T2" fmla="*/ 709 w 1216"/>
                <a:gd name="T3" fmla="*/ 551 h 1436"/>
                <a:gd name="T4" fmla="*/ 0 w 1216"/>
                <a:gd name="T5" fmla="*/ 0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F9A60C4F-4700-46C3-A91C-CF03FB3C1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>
                <a:gd name="T0" fmla="*/ 222 w 222"/>
                <a:gd name="T1" fmla="*/ 0 h 129"/>
                <a:gd name="T2" fmla="*/ 0 w 222"/>
                <a:gd name="T3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CAE8E502-1BB2-4D17-B53A-8E4D4325C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>
                <a:gd name="T0" fmla="*/ 1067 w 1174"/>
                <a:gd name="T1" fmla="*/ 1440 h 1440"/>
                <a:gd name="T2" fmla="*/ 698 w 1174"/>
                <a:gd name="T3" fmla="*/ 577 h 1440"/>
                <a:gd name="T4" fmla="*/ 0 w 1174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5772E503-D5AC-4EAD-B388-5D9C30216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>
                <a:gd name="T0" fmla="*/ 125 w 125"/>
                <a:gd name="T1" fmla="*/ 0 h 74"/>
                <a:gd name="T2" fmla="*/ 0 w 125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B753B881-8193-48F7-8AB8-7ACE5722F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>
                <a:gd name="T0" fmla="*/ 1056 w 1155"/>
                <a:gd name="T1" fmla="*/ 1440 h 1440"/>
                <a:gd name="T2" fmla="*/ 686 w 1155"/>
                <a:gd name="T3" fmla="*/ 580 h 1440"/>
                <a:gd name="T4" fmla="*/ 0 w 1155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B01B03F3-6027-4495-8DB8-5BF7BBFD1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>
                <a:gd name="T0" fmla="*/ 75 w 75"/>
                <a:gd name="T1" fmla="*/ 0 h 45"/>
                <a:gd name="T2" fmla="*/ 0 w 75"/>
                <a:gd name="T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AB92A3AA-D1BF-4EE9-B3A3-15816253A1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>
                <a:gd name="T0" fmla="*/ 1053 w 1160"/>
                <a:gd name="T1" fmla="*/ 1441 h 1441"/>
                <a:gd name="T2" fmla="*/ 705 w 1160"/>
                <a:gd name="T3" fmla="*/ 599 h 1441"/>
                <a:gd name="T4" fmla="*/ 0 w 1160"/>
                <a:gd name="T5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66825BB8-938F-4CDE-9DDF-81B9FD1BD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>
                <a:gd name="T0" fmla="*/ 1040 w 1137"/>
                <a:gd name="T1" fmla="*/ 1440 h 1440"/>
                <a:gd name="T2" fmla="*/ 698 w 1137"/>
                <a:gd name="T3" fmla="*/ 611 h 1440"/>
                <a:gd name="T4" fmla="*/ 0 w 1137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BFC40557-AF15-41F8-8F5C-17F8D2694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>
                <a:gd name="T0" fmla="*/ 1011 w 1058"/>
                <a:gd name="T1" fmla="*/ 1439 h 1439"/>
                <a:gd name="T2" fmla="*/ 648 w 1058"/>
                <a:gd name="T3" fmla="*/ 617 h 1439"/>
                <a:gd name="T4" fmla="*/ 0 w 1058"/>
                <a:gd name="T5" fmla="*/ 0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BE4CC16E-F2F4-4C2B-841B-AD7E63F710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>
                <a:gd name="T0" fmla="*/ 718 w 718"/>
                <a:gd name="T1" fmla="*/ 575 h 575"/>
                <a:gd name="T2" fmla="*/ 0 w 718"/>
                <a:gd name="T3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5ECBCEB0-B52F-4A7D-977A-4FD546B537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>
                <a:gd name="T0" fmla="*/ 620 w 620"/>
                <a:gd name="T1" fmla="*/ 536 h 536"/>
                <a:gd name="T2" fmla="*/ 0 w 620"/>
                <a:gd name="T3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14432743-BC4F-46DA-AD2E-F4B941DB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>
                <a:gd name="T0" fmla="*/ 0 w 455"/>
                <a:gd name="T1" fmla="*/ 0 h 285"/>
                <a:gd name="T2" fmla="*/ 455 w 455"/>
                <a:gd name="T3" fmla="*/ 285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E64D950D-6533-4A5A-9BB8-545053EC5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>
                <a:gd name="T0" fmla="*/ 0 w 188"/>
                <a:gd name="T1" fmla="*/ 0 h 112"/>
                <a:gd name="T2" fmla="*/ 188 w 188"/>
                <a:gd name="T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B1810EB-1046-4850-B177-2B1795412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7084" y="1186483"/>
            <a:ext cx="6509954" cy="4477933"/>
            <a:chOff x="807084" y="1186483"/>
            <a:chExt cx="6509954" cy="447793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7DB722B-726F-4D9A-9747-36E095A49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7846" y="1186483"/>
              <a:ext cx="6508430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Isosceles Triangle 39">
              <a:extLst>
                <a:ext uri="{FF2B5EF4-FFF2-40B4-BE49-F238E27FC236}">
                  <a16:creationId xmlns:a16="http://schemas.microsoft.com/office/drawing/2014/main" id="{BEDCB144-018B-4504-BF07-EEDC201F2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3858445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E3208B0-1466-4526-8821-0EA7ADEA89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7084" y="1991156"/>
              <a:ext cx="6509954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526FF65-DEA9-E193-3CCE-7A2EBE2DE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5415" y="1873187"/>
            <a:ext cx="6337231" cy="1748729"/>
          </a:xfrm>
        </p:spPr>
        <p:txBody>
          <a:bodyPr>
            <a:normAutofit/>
          </a:bodyPr>
          <a:lstStyle/>
          <a:p>
            <a:r>
              <a:rPr lang="en-GB" sz="3800" dirty="0"/>
              <a:t>Forget Me Not: Evaluating Machine Unlearning Across Tabular Data Deletion Scenarios</a:t>
            </a:r>
            <a:endParaRPr lang="en-US" sz="3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383F0-4488-5AE5-165B-E2CC00881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416" y="3906266"/>
            <a:ext cx="6337230" cy="1322587"/>
          </a:xfrm>
        </p:spPr>
        <p:txBody>
          <a:bodyPr>
            <a:normAutofit/>
          </a:bodyPr>
          <a:lstStyle/>
          <a:p>
            <a:r>
              <a:rPr lang="en-US" dirty="0"/>
              <a:t>Name: Niamh Hughes</a:t>
            </a:r>
          </a:p>
          <a:p>
            <a:r>
              <a:rPr lang="en-US" dirty="0"/>
              <a:t>Student Number: 40299386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4A7800-71E9-8F80-4573-205438BBE4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35" b="5460"/>
          <a:stretch>
            <a:fillRect/>
          </a:stretch>
        </p:blipFill>
        <p:spPr>
          <a:xfrm rot="5400000">
            <a:off x="7852274" y="1998137"/>
            <a:ext cx="4164556" cy="2465878"/>
          </a:xfrm>
          <a:prstGeom prst="rect">
            <a:avLst/>
          </a:prstGeom>
          <a:ln w="9525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F1FA2-7201-2971-4BD4-E6A501875E05}"/>
              </a:ext>
            </a:extLst>
          </p:cNvPr>
          <p:cNvSpPr txBox="1"/>
          <p:nvPr/>
        </p:nvSpPr>
        <p:spPr>
          <a:xfrm>
            <a:off x="3463611" y="1421404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ECS8056</a:t>
            </a:r>
          </a:p>
        </p:txBody>
      </p:sp>
    </p:spTree>
    <p:extLst>
      <p:ext uri="{BB962C8B-B14F-4D97-AF65-F5344CB8AC3E}">
        <p14:creationId xmlns:p14="http://schemas.microsoft.com/office/powerpoint/2010/main" val="1618349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48CAE4AE-A9DF-45AF-9A9C-1712BC634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C272060-BC98-4C91-A58F-4DFEC566C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4" name="Freeform 5">
              <a:extLst>
                <a:ext uri="{FF2B5EF4-FFF2-40B4-BE49-F238E27FC236}">
                  <a16:creationId xmlns:a16="http://schemas.microsoft.com/office/drawing/2014/main" id="{8BA2DCB9-0DC0-4109-B2A2-56896E35E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6">
              <a:extLst>
                <a:ext uri="{FF2B5EF4-FFF2-40B4-BE49-F238E27FC236}">
                  <a16:creationId xmlns:a16="http://schemas.microsoft.com/office/drawing/2014/main" id="{64A33555-1142-4AD7-8084-1A99422A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BC6E4081-1A88-453E-8CCF-B97B0CE20D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8">
              <a:extLst>
                <a:ext uri="{FF2B5EF4-FFF2-40B4-BE49-F238E27FC236}">
                  <a16:creationId xmlns:a16="http://schemas.microsoft.com/office/drawing/2014/main" id="{5B7E0935-6EE8-4C61-AED5-09B9A2A99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9">
              <a:extLst>
                <a:ext uri="{FF2B5EF4-FFF2-40B4-BE49-F238E27FC236}">
                  <a16:creationId xmlns:a16="http://schemas.microsoft.com/office/drawing/2014/main" id="{EB962BD6-C878-48FF-A75E-DCC7BDA3C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CABF3786-BDE1-4FE5-9967-F6B6131A2C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4969707A-C75E-4F7F-A5C2-2991C6547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0E293989-8389-48CD-85D3-CAEFD5E963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8DCF1E8B-9247-45E2-8641-90DA9F7D5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4">
              <a:extLst>
                <a:ext uri="{FF2B5EF4-FFF2-40B4-BE49-F238E27FC236}">
                  <a16:creationId xmlns:a16="http://schemas.microsoft.com/office/drawing/2014/main" id="{48DF418F-91AD-4E55-AF3B-F28FF4596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5">
              <a:extLst>
                <a:ext uri="{FF2B5EF4-FFF2-40B4-BE49-F238E27FC236}">
                  <a16:creationId xmlns:a16="http://schemas.microsoft.com/office/drawing/2014/main" id="{EDBF35BD-D1DA-49B1-AE30-289189DAC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69198BEC-A3B6-4562-AB0F-3E7760026C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17">
              <a:extLst>
                <a:ext uri="{FF2B5EF4-FFF2-40B4-BE49-F238E27FC236}">
                  <a16:creationId xmlns:a16="http://schemas.microsoft.com/office/drawing/2014/main" id="{9AB30D45-77AB-4323-83A2-1A637D07D5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18">
              <a:extLst>
                <a:ext uri="{FF2B5EF4-FFF2-40B4-BE49-F238E27FC236}">
                  <a16:creationId xmlns:a16="http://schemas.microsoft.com/office/drawing/2014/main" id="{D1AD137E-7B63-434C-9D0D-5A64BB496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9">
              <a:extLst>
                <a:ext uri="{FF2B5EF4-FFF2-40B4-BE49-F238E27FC236}">
                  <a16:creationId xmlns:a16="http://schemas.microsoft.com/office/drawing/2014/main" id="{8B32BE2D-36DC-4BD0-952E-8FE32A70D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0">
              <a:extLst>
                <a:ext uri="{FF2B5EF4-FFF2-40B4-BE49-F238E27FC236}">
                  <a16:creationId xmlns:a16="http://schemas.microsoft.com/office/drawing/2014/main" id="{930295E0-AD01-4DB0-9829-AD91BED608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1">
              <a:extLst>
                <a:ext uri="{FF2B5EF4-FFF2-40B4-BE49-F238E27FC236}">
                  <a16:creationId xmlns:a16="http://schemas.microsoft.com/office/drawing/2014/main" id="{29807E74-6BFD-4EA7-B3F3-92C0728A7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2">
              <a:extLst>
                <a:ext uri="{FF2B5EF4-FFF2-40B4-BE49-F238E27FC236}">
                  <a16:creationId xmlns:a16="http://schemas.microsoft.com/office/drawing/2014/main" id="{C9EDBF49-4B87-4B6F-BEE6-DDC4A63CE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">
              <a:extLst>
                <a:ext uri="{FF2B5EF4-FFF2-40B4-BE49-F238E27FC236}">
                  <a16:creationId xmlns:a16="http://schemas.microsoft.com/office/drawing/2014/main" id="{7738C468-1405-4ED9-8392-F93FA995E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4">
              <a:extLst>
                <a:ext uri="{FF2B5EF4-FFF2-40B4-BE49-F238E27FC236}">
                  <a16:creationId xmlns:a16="http://schemas.microsoft.com/office/drawing/2014/main" id="{F16402CF-F511-450A-8584-8C8A5B7E9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5">
              <a:extLst>
                <a:ext uri="{FF2B5EF4-FFF2-40B4-BE49-F238E27FC236}">
                  <a16:creationId xmlns:a16="http://schemas.microsoft.com/office/drawing/2014/main" id="{85E5B49A-CFC2-4019-9BA6-528095F78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E972DE0D-2E53-4159-ABD3-C60152426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7720" y="795527"/>
            <a:ext cx="5970638" cy="5248847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2E46FBB-5292-46F0-C0D6-948881CE9E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5206140"/>
              </p:ext>
            </p:extLst>
          </p:nvPr>
        </p:nvGraphicFramePr>
        <p:xfrm>
          <a:off x="7293817" y="638176"/>
          <a:ext cx="4099607" cy="5406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6" name="Title 35">
            <a:extLst>
              <a:ext uri="{FF2B5EF4-FFF2-40B4-BE49-F238E27FC236}">
                <a16:creationId xmlns:a16="http://schemas.microsoft.com/office/drawing/2014/main" id="{057E559D-647E-36D8-8A62-A7F72FA50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80" y="813626"/>
            <a:ext cx="5927877" cy="715001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dirty="0">
                <a:solidFill>
                  <a:schemeClr val="tx2"/>
                </a:solidFill>
              </a:rPr>
              <a:t>What is Machine Unlearning?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8DD990-3B89-133B-F37A-3BC03C6F5FB5}"/>
              </a:ext>
            </a:extLst>
          </p:cNvPr>
          <p:cNvSpPr txBox="1"/>
          <p:nvPr/>
        </p:nvSpPr>
        <p:spPr>
          <a:xfrm>
            <a:off x="1049682" y="1417001"/>
            <a:ext cx="50284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Machine unlearning is the process of removing the influence of specific training data from a trained machine-learning model, with the aim of making the model behave as though that data had not been used during training.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35FE03-6B38-D0CC-F857-244A7E1B12AA}"/>
              </a:ext>
            </a:extLst>
          </p:cNvPr>
          <p:cNvSpPr txBox="1"/>
          <p:nvPr/>
        </p:nvSpPr>
        <p:spPr>
          <a:xfrm>
            <a:off x="992052" y="3867738"/>
            <a:ext cx="51639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Evaluate whether approximate machine-unlearning methods can reproduce the behaviour of Full Retraining while preserving model utility and reducing computational cost.</a:t>
            </a:r>
            <a:endParaRPr lang="en-US" dirty="0"/>
          </a:p>
        </p:txBody>
      </p:sp>
      <p:sp>
        <p:nvSpPr>
          <p:cNvPr id="40" name="Title 35">
            <a:extLst>
              <a:ext uri="{FF2B5EF4-FFF2-40B4-BE49-F238E27FC236}">
                <a16:creationId xmlns:a16="http://schemas.microsoft.com/office/drawing/2014/main" id="{007B544E-2C7C-38FA-F8ED-9B051C56090F}"/>
              </a:ext>
            </a:extLst>
          </p:cNvPr>
          <p:cNvSpPr txBox="1">
            <a:spLocks/>
          </p:cNvSpPr>
          <p:nvPr/>
        </p:nvSpPr>
        <p:spPr>
          <a:xfrm>
            <a:off x="850480" y="3167515"/>
            <a:ext cx="4590726" cy="95649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0" i="0" kern="1200" cap="none" spc="-150">
                <a:solidFill>
                  <a:srgbClr val="FFFEFF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>
                <a:solidFill>
                  <a:schemeClr val="tx2"/>
                </a:solidFill>
              </a:rPr>
              <a:t>Project Objective</a:t>
            </a:r>
            <a:endParaRPr lang="en-US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923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B4298B-514D-4087-BFCF-5E0B7C9A9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50D78-05C1-41CC-8744-FF361296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88B658F-163C-450C-B32C-2385E374B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AE85F6C-45F9-4F00-8AA8-52BD510596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4B0E90C3-F098-46CE-B1D9-44EDE9C6E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FFF59D4E-9109-4D0A-8064-9C534CCFB9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94B8AAA4-1840-48B9-A1E7-8CE75F873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5A87B14D-183F-429F-849A-A6DC957B0B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C261938-CF78-4843-9295-A20FD1591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70557A9F-9800-4BDA-8EA5-312FBB056F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55443555-50A7-490F-A7BD-C3761876B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0E25D709-0236-44C4-9AD0-23C27FFB64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52D3488E-C376-4058-9B14-3E67ECCF4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29C0577D-AE94-4E3E-AFE9-87D6F505C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28A3D14-A3AE-415B-81C0-10DABBD63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07722035-1059-41F4-801E-F6C3F4383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98275878-64ED-413C-B1B9-654EE17C5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6BE90BD7-1A14-43A3-8CD4-8D181EE630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12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8609B6EC-0BA4-4C45-B9CA-311B34B83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2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BA3962A2-D76B-4346-9535-356648073A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1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28CBAD67-783A-4EFF-852A-40CD9D58C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780BC275-9329-40AA-849F-7B258245E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55DA4B63-E5E4-49C5-BC03-E5A312146F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2EA52A-E61C-992B-CFF5-90A7EFE6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8" y="-238885"/>
            <a:ext cx="6677553" cy="1353310"/>
          </a:xfrm>
        </p:spPr>
        <p:txBody>
          <a:bodyPr anchor="b">
            <a:normAutofit/>
          </a:bodyPr>
          <a:lstStyle/>
          <a:p>
            <a:pPr algn="l"/>
            <a:r>
              <a:rPr lang="en-US" sz="3600" dirty="0">
                <a:solidFill>
                  <a:schemeClr val="tx1"/>
                </a:solidFill>
              </a:rPr>
              <a:t>Dataset &amp; Classification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08FFA2-F258-C329-7DD1-56F42C6217B3}"/>
              </a:ext>
            </a:extLst>
          </p:cNvPr>
          <p:cNvSpPr txBox="1">
            <a:spLocks/>
          </p:cNvSpPr>
          <p:nvPr/>
        </p:nvSpPr>
        <p:spPr>
          <a:xfrm>
            <a:off x="4295775" y="1339023"/>
            <a:ext cx="3588017" cy="51580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Final Dataset</a:t>
            </a:r>
          </a:p>
          <a:p>
            <a:r>
              <a:rPr lang="en-GB" sz="1600" dirty="0"/>
              <a:t>60,000 Assessments</a:t>
            </a:r>
          </a:p>
          <a:p>
            <a:r>
              <a:rPr lang="en-GB" sz="1600" dirty="0"/>
              <a:t>10,000 Fictional Recipients</a:t>
            </a:r>
          </a:p>
          <a:p>
            <a:r>
              <a:rPr lang="en-GB" sz="1600" dirty="0"/>
              <a:t>6 Assessments per Recipient</a:t>
            </a:r>
          </a:p>
          <a:p>
            <a:r>
              <a:rPr lang="en-GB" sz="1600" dirty="0"/>
              <a:t>18 Classifier Features</a:t>
            </a:r>
          </a:p>
          <a:p>
            <a:r>
              <a:rPr lang="en-GB" sz="1600" dirty="0"/>
              <a:t>Recipient &amp; Donor Information</a:t>
            </a:r>
            <a:br>
              <a:rPr lang="en-GB" sz="1600" dirty="0"/>
            </a:br>
            <a:r>
              <a:rPr lang="en-GB" sz="1200" dirty="0"/>
              <a:t>Age • Donor type • Previous transplant • Dialysis history • Kidney failure cause</a:t>
            </a:r>
          </a:p>
          <a:p>
            <a:r>
              <a:rPr lang="en-GB" sz="1600" dirty="0"/>
              <a:t>Transplant &amp; Risk Information</a:t>
            </a:r>
            <a:br>
              <a:rPr lang="en-GB" sz="1600" dirty="0"/>
            </a:br>
            <a:r>
              <a:rPr lang="en-GB" sz="1200" dirty="0"/>
              <a:t>ABO compatibility • HLA mismatch • Antibody risk • Cold ischaemia</a:t>
            </a:r>
          </a:p>
          <a:p>
            <a:r>
              <a:rPr lang="en-GB" sz="1600" dirty="0"/>
              <a:t>Clinical Assessment Information</a:t>
            </a:r>
            <a:br>
              <a:rPr lang="en-GB" sz="1600" dirty="0"/>
            </a:br>
            <a:r>
              <a:rPr lang="en-GB" sz="1200" dirty="0"/>
              <a:t>Time since transplant • Creatinine • eGFR • Proteinuria • Blood pressure • Tacrolimus • Donor-specific antibodies • CRP • White cell count • Temperature • Visit type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7ABB13E-774B-DD49-55FC-DB1461F42F05}"/>
              </a:ext>
            </a:extLst>
          </p:cNvPr>
          <p:cNvSpPr txBox="1">
            <a:spLocks/>
          </p:cNvSpPr>
          <p:nvPr/>
        </p:nvSpPr>
        <p:spPr>
          <a:xfrm>
            <a:off x="8213459" y="1338044"/>
            <a:ext cx="3588017" cy="51580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Classification Problem</a:t>
            </a:r>
          </a:p>
          <a:p>
            <a:pPr marL="0" indent="0">
              <a:buNone/>
            </a:pPr>
            <a:r>
              <a:rPr lang="en-GB" sz="1400" b="1" dirty="0"/>
              <a:t>Goal: </a:t>
            </a:r>
            <a:r>
              <a:rPr lang="en-GB" sz="1400" dirty="0"/>
              <a:t>Predict whether a kidney-transplant recipient will experience confirmed acute rejection within 30 days of their current assessment.</a:t>
            </a:r>
          </a:p>
          <a:p>
            <a:pPr marL="0" indent="0">
              <a:buNone/>
            </a:pPr>
            <a:r>
              <a:rPr lang="en-GB" sz="1400" b="1" dirty="0"/>
              <a:t>Input: </a:t>
            </a:r>
            <a:r>
              <a:rPr lang="en-GB" sz="1400" dirty="0"/>
              <a:t>18 features; donor, recipient &amp; clinical</a:t>
            </a:r>
          </a:p>
          <a:p>
            <a:r>
              <a:rPr lang="en-GB" sz="1400" dirty="0"/>
              <a:t>0 - No Acute Rejection</a:t>
            </a:r>
            <a:br>
              <a:rPr lang="en-GB" sz="1400" dirty="0"/>
            </a:br>
            <a:r>
              <a:rPr lang="en-GB" sz="1400" dirty="0"/>
              <a:t>Continue standard monitoring</a:t>
            </a:r>
          </a:p>
          <a:p>
            <a:r>
              <a:rPr lang="en-GB" sz="1400" dirty="0"/>
              <a:t>1 - Acute Rejection</a:t>
            </a:r>
            <a:br>
              <a:rPr lang="en-GB" sz="1400" dirty="0"/>
            </a:br>
            <a:r>
              <a:rPr lang="en-GB" sz="1400" dirty="0"/>
              <a:t>Prioritise clinical review and further investigation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B695EA80-AE98-78B8-F673-9C5EF273DBBA}"/>
              </a:ext>
            </a:extLst>
          </p:cNvPr>
          <p:cNvSpPr txBox="1">
            <a:spLocks/>
          </p:cNvSpPr>
          <p:nvPr/>
        </p:nvSpPr>
        <p:spPr>
          <a:xfrm>
            <a:off x="380073" y="1257300"/>
            <a:ext cx="3588017" cy="569741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/>
              <a:t>Dataset Generation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1. Dataset structure defined</a:t>
            </a:r>
          </a:p>
          <a:p>
            <a:pPr lvl="1"/>
            <a:r>
              <a:rPr lang="en-GB" sz="1400" dirty="0"/>
              <a:t>10,000 fictional recipients </a:t>
            </a:r>
          </a:p>
          <a:p>
            <a:pPr lvl="1"/>
            <a:r>
              <a:rPr lang="en-GB" sz="1400" dirty="0"/>
              <a:t>6 longitudinal assessments per recipient </a:t>
            </a:r>
          </a:p>
          <a:p>
            <a:pPr lvl="1"/>
            <a:r>
              <a:rPr lang="en-GB" sz="1400" dirty="0"/>
              <a:t>Binary acute-rejection target </a:t>
            </a:r>
          </a:p>
          <a:p>
            <a:pPr lvl="1"/>
            <a:r>
              <a:rPr lang="en-GB" sz="1400" dirty="0"/>
              <a:t>Designed to support 5 deletion scenarios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2. Python created each recipient plan</a:t>
            </a:r>
          </a:p>
          <a:p>
            <a:pPr lvl="1"/>
            <a:r>
              <a:rPr lang="en-GB" sz="1400" dirty="0"/>
              <a:t>Recipient, donor &amp; hospital structure </a:t>
            </a:r>
          </a:p>
          <a:p>
            <a:pPr lvl="1"/>
            <a:r>
              <a:rPr lang="en-GB" sz="1400" dirty="0"/>
              <a:t>Starting values varied between recipients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Qwen generated longitudinal clinical variation</a:t>
            </a:r>
          </a:p>
          <a:p>
            <a:pPr lvl="1"/>
            <a:r>
              <a:rPr lang="en-GB" sz="1400" dirty="0"/>
              <a:t>Creatinine </a:t>
            </a:r>
          </a:p>
          <a:p>
            <a:pPr lvl="1"/>
            <a:r>
              <a:rPr lang="en-GB" sz="1400" dirty="0"/>
              <a:t>Urine output</a:t>
            </a:r>
          </a:p>
          <a:p>
            <a:pPr lvl="1"/>
            <a:r>
              <a:rPr lang="en-GB" sz="1400" dirty="0"/>
              <a:t>Tacrolimus level </a:t>
            </a:r>
          </a:p>
          <a:p>
            <a:pPr lvl="1"/>
            <a:r>
              <a:rPr lang="en-GB" sz="1400" dirty="0"/>
              <a:t>Medication adherence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Python validated Qwen's output</a:t>
            </a:r>
          </a:p>
          <a:p>
            <a:pPr lvl="1"/>
            <a:r>
              <a:rPr lang="en-GB" sz="1400" dirty="0"/>
              <a:t>Correct assessment structure </a:t>
            </a:r>
          </a:p>
          <a:p>
            <a:pPr lvl="1"/>
            <a:r>
              <a:rPr lang="en-GB" sz="1400" dirty="0"/>
              <a:t>Values within required ranges </a:t>
            </a:r>
          </a:p>
          <a:p>
            <a:pPr lvl="1"/>
            <a:r>
              <a:rPr lang="en-GB" sz="1400" dirty="0"/>
              <a:t>Plausible longitudinal changes </a:t>
            </a:r>
          </a:p>
          <a:p>
            <a:pPr lvl="1"/>
            <a:r>
              <a:rPr lang="en-GB" sz="1400" dirty="0"/>
              <a:t>Invalid generations rejected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Final dataset assembled</a:t>
            </a:r>
            <a:endParaRPr lang="en-GB" sz="1600" dirty="0"/>
          </a:p>
          <a:p>
            <a:pPr lvl="1"/>
            <a:r>
              <a:rPr lang="en-GB" sz="1400" b="1" dirty="0"/>
              <a:t>60,000 validated assessments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24986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665" y="0"/>
            <a:ext cx="10268336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797903" y="954813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6C82CC6-8E28-E897-1FD3-3C6639D71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3789" y="-238885"/>
            <a:ext cx="6677553" cy="1353310"/>
          </a:xfrm>
        </p:spPr>
        <p:txBody>
          <a:bodyPr anchor="b">
            <a:normAutofit/>
          </a:bodyPr>
          <a:lstStyle/>
          <a:p>
            <a:pPr algn="l"/>
            <a:r>
              <a:rPr lang="en-US" sz="3600" dirty="0">
                <a:solidFill>
                  <a:schemeClr val="tx1"/>
                </a:solidFill>
              </a:rPr>
              <a:t>Model Training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5ED1745-5BB9-2F09-9C5E-443A8B20B9DC}"/>
              </a:ext>
            </a:extLst>
          </p:cNvPr>
          <p:cNvGrpSpPr/>
          <p:nvPr/>
        </p:nvGrpSpPr>
        <p:grpSpPr>
          <a:xfrm>
            <a:off x="1957388" y="995983"/>
            <a:ext cx="6171730" cy="4279280"/>
            <a:chOff x="2965618" y="855548"/>
            <a:chExt cx="7626569" cy="5459411"/>
          </a:xfrm>
        </p:grpSpPr>
        <p:graphicFrame>
          <p:nvGraphicFramePr>
            <p:cNvPr id="34" name="Diagram 33">
              <a:extLst>
                <a:ext uri="{FF2B5EF4-FFF2-40B4-BE49-F238E27FC236}">
                  <a16:creationId xmlns:a16="http://schemas.microsoft.com/office/drawing/2014/main" id="{28142B77-AA98-B779-7FC6-A05B57EBCE3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320017800"/>
                </p:ext>
              </p:extLst>
            </p:nvPr>
          </p:nvGraphicFramePr>
          <p:xfrm>
            <a:off x="2965618" y="1427712"/>
            <a:ext cx="2520926" cy="488724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graphicFrame>
          <p:nvGraphicFramePr>
            <p:cNvPr id="36" name="Diagram 35">
              <a:extLst>
                <a:ext uri="{FF2B5EF4-FFF2-40B4-BE49-F238E27FC236}">
                  <a16:creationId xmlns:a16="http://schemas.microsoft.com/office/drawing/2014/main" id="{70A23FE3-E3DE-2F3B-225C-633E407AC00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618209260"/>
                </p:ext>
              </p:extLst>
            </p:nvPr>
          </p:nvGraphicFramePr>
          <p:xfrm>
            <a:off x="8477253" y="1410314"/>
            <a:ext cx="2114934" cy="481908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C3E6883-814A-C860-ADDD-FF39D3386242}"/>
                </a:ext>
              </a:extLst>
            </p:cNvPr>
            <p:cNvGrpSpPr/>
            <p:nvPr/>
          </p:nvGrpSpPr>
          <p:grpSpPr>
            <a:xfrm>
              <a:off x="5648891" y="855548"/>
              <a:ext cx="2145359" cy="1045704"/>
              <a:chOff x="488291" y="596"/>
              <a:chExt cx="1544342" cy="698007"/>
            </a:xfrm>
          </p:grpSpPr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13E3086C-25F2-A200-CE9B-D4ED02576556}"/>
                  </a:ext>
                </a:extLst>
              </p:cNvPr>
              <p:cNvSpPr/>
              <p:nvPr/>
            </p:nvSpPr>
            <p:spPr>
              <a:xfrm>
                <a:off x="488291" y="596"/>
                <a:ext cx="1544342" cy="698007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Rounded Rectangle 4">
                <a:extLst>
                  <a:ext uri="{FF2B5EF4-FFF2-40B4-BE49-F238E27FC236}">
                    <a16:creationId xmlns:a16="http://schemas.microsoft.com/office/drawing/2014/main" id="{71CCCC09-0216-50C7-44DE-0CD69787DAF7}"/>
                  </a:ext>
                </a:extLst>
              </p:cNvPr>
              <p:cNvSpPr txBox="1"/>
              <p:nvPr/>
            </p:nvSpPr>
            <p:spPr>
              <a:xfrm>
                <a:off x="508735" y="21040"/>
                <a:ext cx="1503454" cy="65711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8580" tIns="68580" rIns="68580" bIns="68580" numCol="1" spcCol="1270" anchor="ctr" anchorCtr="0">
                <a:noAutofit/>
              </a:bodyPr>
              <a:lstStyle/>
              <a:p>
                <a:pPr marL="0" lvl="0" indent="0" algn="ctr" defTabSz="8001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GB" sz="1800" kern="1200" dirty="0"/>
                  <a:t>ORIGINAL TRAINING DATA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AC898ED-906B-A8C0-9C33-72C0366B6219}"/>
                </a:ext>
              </a:extLst>
            </p:cNvPr>
            <p:cNvGrpSpPr/>
            <p:nvPr/>
          </p:nvGrpSpPr>
          <p:grpSpPr>
            <a:xfrm rot="17000989">
              <a:off x="7980386" y="1403583"/>
              <a:ext cx="314103" cy="261753"/>
              <a:chOff x="1103410" y="742229"/>
              <a:chExt cx="314103" cy="261753"/>
            </a:xfrm>
          </p:grpSpPr>
          <p:sp>
            <p:nvSpPr>
              <p:cNvPr id="41" name="Right Arrow 40">
                <a:extLst>
                  <a:ext uri="{FF2B5EF4-FFF2-40B4-BE49-F238E27FC236}">
                    <a16:creationId xmlns:a16="http://schemas.microsoft.com/office/drawing/2014/main" id="{69D2FF8C-518E-7CD7-40BA-59D4702D94C7}"/>
                  </a:ext>
                </a:extLst>
              </p:cNvPr>
              <p:cNvSpPr/>
              <p:nvPr/>
            </p:nvSpPr>
            <p:spPr>
              <a:xfrm rot="5400000">
                <a:off x="1129586" y="716054"/>
                <a:ext cx="261752" cy="314103"/>
              </a:xfrm>
              <a:prstGeom prst="rightArrow">
                <a:avLst>
                  <a:gd name="adj1" fmla="val 60000"/>
                  <a:gd name="adj2" fmla="val 50000"/>
                </a:avLst>
              </a:prstGeom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Right Arrow 4">
                <a:extLst>
                  <a:ext uri="{FF2B5EF4-FFF2-40B4-BE49-F238E27FC236}">
                    <a16:creationId xmlns:a16="http://schemas.microsoft.com/office/drawing/2014/main" id="{8F6D9CD6-C79E-72E2-1531-255EF82663F0}"/>
                  </a:ext>
                </a:extLst>
              </p:cNvPr>
              <p:cNvSpPr txBox="1"/>
              <p:nvPr/>
            </p:nvSpPr>
            <p:spPr>
              <a:xfrm>
                <a:off x="1166232" y="742229"/>
                <a:ext cx="188461" cy="18322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GB" sz="1300" kern="120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0708ECF-95AE-373B-B57C-AC99913A8DAD}"/>
                </a:ext>
              </a:extLst>
            </p:cNvPr>
            <p:cNvGrpSpPr/>
            <p:nvPr/>
          </p:nvGrpSpPr>
          <p:grpSpPr>
            <a:xfrm rot="4642361">
              <a:off x="5160500" y="1412165"/>
              <a:ext cx="314103" cy="261753"/>
              <a:chOff x="1103410" y="742229"/>
              <a:chExt cx="314103" cy="261753"/>
            </a:xfrm>
          </p:grpSpPr>
          <p:sp>
            <p:nvSpPr>
              <p:cNvPr id="44" name="Right Arrow 43">
                <a:extLst>
                  <a:ext uri="{FF2B5EF4-FFF2-40B4-BE49-F238E27FC236}">
                    <a16:creationId xmlns:a16="http://schemas.microsoft.com/office/drawing/2014/main" id="{C484B7A7-FE3F-2D87-BF36-DB7B87189C5F}"/>
                  </a:ext>
                </a:extLst>
              </p:cNvPr>
              <p:cNvSpPr/>
              <p:nvPr/>
            </p:nvSpPr>
            <p:spPr>
              <a:xfrm rot="5400000">
                <a:off x="1129586" y="716054"/>
                <a:ext cx="261752" cy="314103"/>
              </a:xfrm>
              <a:prstGeom prst="rightArrow">
                <a:avLst>
                  <a:gd name="adj1" fmla="val 60000"/>
                  <a:gd name="adj2" fmla="val 50000"/>
                </a:avLst>
              </a:prstGeom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Right Arrow 4">
                <a:extLst>
                  <a:ext uri="{FF2B5EF4-FFF2-40B4-BE49-F238E27FC236}">
                    <a16:creationId xmlns:a16="http://schemas.microsoft.com/office/drawing/2014/main" id="{8D4A5E9B-AA14-65F5-40B7-FB625A559E03}"/>
                  </a:ext>
                </a:extLst>
              </p:cNvPr>
              <p:cNvSpPr txBox="1"/>
              <p:nvPr/>
            </p:nvSpPr>
            <p:spPr>
              <a:xfrm>
                <a:off x="1166232" y="742229"/>
                <a:ext cx="188461" cy="18322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GB" sz="1300" kern="1200"/>
              </a:p>
            </p:txBody>
          </p:sp>
        </p:grpSp>
      </p:grp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8DB022BC-152F-0656-13AD-7E959C14A5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962639"/>
              </p:ext>
            </p:extLst>
          </p:nvPr>
        </p:nvGraphicFramePr>
        <p:xfrm>
          <a:off x="2028030" y="5457350"/>
          <a:ext cx="9990141" cy="121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7163">
                  <a:extLst>
                    <a:ext uri="{9D8B030D-6E8A-4147-A177-3AD203B41FA5}">
                      <a16:colId xmlns:a16="http://schemas.microsoft.com/office/drawing/2014/main" val="3759308531"/>
                    </a:ext>
                  </a:extLst>
                </a:gridCol>
                <a:gridCol w="1427163">
                  <a:extLst>
                    <a:ext uri="{9D8B030D-6E8A-4147-A177-3AD203B41FA5}">
                      <a16:colId xmlns:a16="http://schemas.microsoft.com/office/drawing/2014/main" val="1516742628"/>
                    </a:ext>
                  </a:extLst>
                </a:gridCol>
                <a:gridCol w="1427163">
                  <a:extLst>
                    <a:ext uri="{9D8B030D-6E8A-4147-A177-3AD203B41FA5}">
                      <a16:colId xmlns:a16="http://schemas.microsoft.com/office/drawing/2014/main" val="2873611151"/>
                    </a:ext>
                  </a:extLst>
                </a:gridCol>
                <a:gridCol w="1427163">
                  <a:extLst>
                    <a:ext uri="{9D8B030D-6E8A-4147-A177-3AD203B41FA5}">
                      <a16:colId xmlns:a16="http://schemas.microsoft.com/office/drawing/2014/main" val="3609831870"/>
                    </a:ext>
                  </a:extLst>
                </a:gridCol>
                <a:gridCol w="1427163">
                  <a:extLst>
                    <a:ext uri="{9D8B030D-6E8A-4147-A177-3AD203B41FA5}">
                      <a16:colId xmlns:a16="http://schemas.microsoft.com/office/drawing/2014/main" val="1681577688"/>
                    </a:ext>
                  </a:extLst>
                </a:gridCol>
                <a:gridCol w="1427163">
                  <a:extLst>
                    <a:ext uri="{9D8B030D-6E8A-4147-A177-3AD203B41FA5}">
                      <a16:colId xmlns:a16="http://schemas.microsoft.com/office/drawing/2014/main" val="4055276718"/>
                    </a:ext>
                  </a:extLst>
                </a:gridCol>
                <a:gridCol w="1427163">
                  <a:extLst>
                    <a:ext uri="{9D8B030D-6E8A-4147-A177-3AD203B41FA5}">
                      <a16:colId xmlns:a16="http://schemas.microsoft.com/office/drawing/2014/main" val="3953973565"/>
                    </a:ext>
                  </a:extLst>
                </a:gridCol>
              </a:tblGrid>
              <a:tr h="390840">
                <a:tc>
                  <a:txBody>
                    <a:bodyPr/>
                    <a:lstStyle/>
                    <a:p>
                      <a:r>
                        <a:rPr lang="en-US" sz="14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PR-AUC </a:t>
                      </a:r>
                      <a:r>
                        <a:rPr lang="en-GB" sz="1400" dirty="0"/>
                        <a:t>↑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Balanced Accuracy </a:t>
                      </a:r>
                      <a:r>
                        <a:rPr lang="en-GB" sz="1400" dirty="0"/>
                        <a:t>↑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BCE </a:t>
                      </a:r>
                      <a:r>
                        <a:rPr lang="en-GB" sz="1400" dirty="0"/>
                        <a:t>↓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F1 </a:t>
                      </a:r>
                      <a:r>
                        <a:rPr lang="en-GB" sz="1400" dirty="0"/>
                        <a:t>↑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AUROC </a:t>
                      </a:r>
                      <a:r>
                        <a:rPr lang="en-GB" sz="1400" dirty="0"/>
                        <a:t>↑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Composite Utility </a:t>
                      </a:r>
                      <a:r>
                        <a:rPr lang="en-GB" sz="1400" dirty="0"/>
                        <a:t>↑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374639"/>
                  </a:ext>
                </a:extLst>
              </a:tr>
              <a:tr h="226439">
                <a:tc>
                  <a:txBody>
                    <a:bodyPr/>
                    <a:lstStyle/>
                    <a:p>
                      <a:r>
                        <a:rPr lang="en-US" sz="1400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0.1702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0.2460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0.7362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0.3402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326748"/>
                  </a:ext>
                </a:extLst>
              </a:tr>
              <a:tr h="390840">
                <a:tc>
                  <a:txBody>
                    <a:bodyPr/>
                    <a:lstStyle/>
                    <a:p>
                      <a:r>
                        <a:rPr lang="en-US" sz="1400" dirty="0"/>
                        <a:t>Full Retraining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0.1712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0.2353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0.3371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83556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D33AA465-EB43-DF1A-6B7E-33F75644683A}"/>
              </a:ext>
            </a:extLst>
          </p:cNvPr>
          <p:cNvSpPr txBox="1"/>
          <p:nvPr/>
        </p:nvSpPr>
        <p:spPr>
          <a:xfrm>
            <a:off x="8546631" y="1043608"/>
            <a:ext cx="337278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Deletion Scenarios</a:t>
            </a:r>
          </a:p>
          <a:p>
            <a:pPr marL="342900" indent="-342900">
              <a:buAutoNum type="arabicPeriod"/>
            </a:pPr>
            <a:r>
              <a:rPr lang="en-US" dirty="0"/>
              <a:t>Recipient Withdrawal – 1%</a:t>
            </a:r>
          </a:p>
          <a:p>
            <a:pPr marL="342900" indent="-342900">
              <a:buAutoNum type="arabicPeriod"/>
            </a:pPr>
            <a:r>
              <a:rPr lang="en-US" dirty="0"/>
              <a:t>Donor Withdrawal – 5%</a:t>
            </a:r>
          </a:p>
          <a:p>
            <a:pPr marL="342900" indent="-342900">
              <a:buAutoNum type="arabicPeriod"/>
            </a:pPr>
            <a:r>
              <a:rPr lang="en-US" dirty="0"/>
              <a:t>Hospital Removal – 10%</a:t>
            </a:r>
          </a:p>
          <a:p>
            <a:pPr marL="342900" indent="-342900">
              <a:buAutoNum type="arabicPeriod"/>
            </a:pPr>
            <a:r>
              <a:rPr lang="en-US" dirty="0"/>
              <a:t>Invalid Consent – 10%</a:t>
            </a:r>
          </a:p>
          <a:p>
            <a:pPr marL="342900" indent="-342900">
              <a:buAutoNum type="arabicPeriod"/>
            </a:pPr>
            <a:r>
              <a:rPr lang="en-US" dirty="0"/>
              <a:t>Retention Expiry – 15%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082A45-056C-2FDD-BF67-778CB6EE38D3}"/>
              </a:ext>
            </a:extLst>
          </p:cNvPr>
          <p:cNvSpPr txBox="1"/>
          <p:nvPr/>
        </p:nvSpPr>
        <p:spPr>
          <a:xfrm>
            <a:off x="8636000" y="3251200"/>
            <a:ext cx="25694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Each scenario creates: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Forget Set</a:t>
            </a:r>
          </a:p>
          <a:p>
            <a:pPr marL="285750" indent="-285750">
              <a:buFontTx/>
              <a:buChar char="-"/>
            </a:pPr>
            <a:r>
              <a:rPr lang="en-US" dirty="0"/>
              <a:t>Retain Set</a:t>
            </a:r>
          </a:p>
        </p:txBody>
      </p:sp>
    </p:spTree>
    <p:extLst>
      <p:ext uri="{BB962C8B-B14F-4D97-AF65-F5344CB8AC3E}">
        <p14:creationId xmlns:p14="http://schemas.microsoft.com/office/powerpoint/2010/main" val="2144418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BAF07C-C39E-42EB-BB22-8D46691D9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3061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E9CF54-0466-4261-9E62-0249E60E1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3E32106-E8B1-4F76-9EE6-58537738A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C32C2C46-A045-44FB-8A74-5EBD650C2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A76F79C-6683-4940-BCF7-4BCCCEE40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FF4675A3-6D07-4B1F-9BFC-AEBEA1AD0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765E127A-B6B7-4B1D-B7BD-6C8C969D2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3BCA9D9E-C72C-4751-BFA9-10B85CACE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80C708C-69BF-441B-AB75-C98160ED0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E79964E-F8F1-4763-8892-7BC3DAE30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FE09592A-FCC9-4AE5-BA0B-730C6F3BB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96448994-820C-4BC1-ABF3-4579C6F99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BB0D192-565A-42B9-B292-CC032D71A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6D1CA09C-5F40-4E92-A7E9-D1FCEE512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379F5AA5-2E14-4880-A5A6-07AEF2AD8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EF14BD32-D239-4DA3-98B3-775207365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CF07B250-E5E4-4624-9BD7-8D513A67B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BCC5D120-7C8C-4290-865C-4EE6E4F24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C24688C6-CAE5-4EF2-B2BA-A138DA0A24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6BD31099-7C13-4901-A04F-632B1CD84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79F5FF7-82B2-4033-8FBE-63170C937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3D296CC-CA82-4C71-A176-6A9FECDB8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075000"/>
          </a:xfrm>
          <a:custGeom>
            <a:avLst/>
            <a:gdLst>
              <a:gd name="connsiteX0" fmla="*/ 0 w 12192000"/>
              <a:gd name="connsiteY0" fmla="*/ 0 h 2075000"/>
              <a:gd name="connsiteX1" fmla="*/ 12192000 w 12192000"/>
              <a:gd name="connsiteY1" fmla="*/ 0 h 2075000"/>
              <a:gd name="connsiteX2" fmla="*/ 12192000 w 12192000"/>
              <a:gd name="connsiteY2" fmla="*/ 558112 h 2075000"/>
              <a:gd name="connsiteX3" fmla="*/ 12192000 w 12192000"/>
              <a:gd name="connsiteY3" fmla="*/ 750237 h 2075000"/>
              <a:gd name="connsiteX4" fmla="*/ 12192000 w 12192000"/>
              <a:gd name="connsiteY4" fmla="*/ 1726055 h 2075000"/>
              <a:gd name="connsiteX5" fmla="*/ 12113803 w 12192000"/>
              <a:gd name="connsiteY5" fmla="*/ 1734338 h 2075000"/>
              <a:gd name="connsiteX6" fmla="*/ 6753597 w 12192000"/>
              <a:gd name="connsiteY6" fmla="*/ 2057895 h 2075000"/>
              <a:gd name="connsiteX7" fmla="*/ 400746 w 12192000"/>
              <a:gd name="connsiteY7" fmla="*/ 1886552 h 2075000"/>
              <a:gd name="connsiteX8" fmla="*/ 0 w 12192000"/>
              <a:gd name="connsiteY8" fmla="*/ 1849576 h 2075000"/>
              <a:gd name="connsiteX9" fmla="*/ 0 w 12192000"/>
              <a:gd name="connsiteY9" fmla="*/ 750237 h 2075000"/>
              <a:gd name="connsiteX10" fmla="*/ 0 w 12192000"/>
              <a:gd name="connsiteY10" fmla="*/ 558112 h 20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075000">
                <a:moveTo>
                  <a:pt x="0" y="0"/>
                </a:moveTo>
                <a:lnTo>
                  <a:pt x="12192000" y="0"/>
                </a:lnTo>
                <a:lnTo>
                  <a:pt x="12192000" y="558112"/>
                </a:lnTo>
                <a:lnTo>
                  <a:pt x="12192000" y="750237"/>
                </a:lnTo>
                <a:lnTo>
                  <a:pt x="12192000" y="1726055"/>
                </a:lnTo>
                <a:lnTo>
                  <a:pt x="12113803" y="1734338"/>
                </a:lnTo>
                <a:cubicBezTo>
                  <a:pt x="10139508" y="1932287"/>
                  <a:pt x="8237152" y="2025290"/>
                  <a:pt x="6753597" y="2057895"/>
                </a:cubicBezTo>
                <a:cubicBezTo>
                  <a:pt x="4940362" y="2097744"/>
                  <a:pt x="2657278" y="2078414"/>
                  <a:pt x="400746" y="1886552"/>
                </a:cubicBezTo>
                <a:lnTo>
                  <a:pt x="0" y="1849576"/>
                </a:lnTo>
                <a:lnTo>
                  <a:pt x="0" y="750237"/>
                </a:lnTo>
                <a:lnTo>
                  <a:pt x="0" y="558112"/>
                </a:lnTo>
                <a:close/>
              </a:path>
            </a:pathLst>
          </a:custGeom>
          <a:solidFill>
            <a:schemeClr val="tx1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731221-104B-DD2E-491D-066548331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20" y="762608"/>
            <a:ext cx="10481519" cy="1003932"/>
          </a:xfrm>
        </p:spPr>
        <p:txBody>
          <a:bodyPr anchor="ctr">
            <a:normAutofit/>
          </a:bodyPr>
          <a:lstStyle/>
          <a:p>
            <a:pPr algn="l"/>
            <a:r>
              <a:rPr lang="en-US" sz="3600" dirty="0">
                <a:solidFill>
                  <a:schemeClr val="accent1"/>
                </a:solidFill>
              </a:rPr>
              <a:t>Retain-Set Fine-Tuning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A7C07E-B403-70ED-99A1-1DC2CBE897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5789165"/>
              </p:ext>
            </p:extLst>
          </p:nvPr>
        </p:nvGraphicFramePr>
        <p:xfrm>
          <a:off x="8601335" y="169662"/>
          <a:ext cx="3539071" cy="66333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2" name="Curved Left Arrow 31">
            <a:extLst>
              <a:ext uri="{FF2B5EF4-FFF2-40B4-BE49-F238E27FC236}">
                <a16:creationId xmlns:a16="http://schemas.microsoft.com/office/drawing/2014/main" id="{FA01454E-205A-12C5-A06F-25BB2864E2CA}"/>
              </a:ext>
            </a:extLst>
          </p:cNvPr>
          <p:cNvSpPr/>
          <p:nvPr/>
        </p:nvSpPr>
        <p:spPr>
          <a:xfrm rot="10800000">
            <a:off x="8206312" y="2906939"/>
            <a:ext cx="892967" cy="2808487"/>
          </a:xfrm>
          <a:prstGeom prst="curvedLeftArrow">
            <a:avLst>
              <a:gd name="adj1" fmla="val 25000"/>
              <a:gd name="adj2" fmla="val 55727"/>
              <a:gd name="adj3" fmla="val 230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73E1C5-DDE6-678E-37C8-A26994BC9D43}"/>
              </a:ext>
            </a:extLst>
          </p:cNvPr>
          <p:cNvSpPr txBox="1"/>
          <p:nvPr/>
        </p:nvSpPr>
        <p:spPr>
          <a:xfrm>
            <a:off x="8275380" y="3849106"/>
            <a:ext cx="11207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Repeated over training epochs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DB2278-FD8D-1FB0-6C5D-0B138B966C96}"/>
              </a:ext>
            </a:extLst>
          </p:cNvPr>
          <p:cNvSpPr txBox="1"/>
          <p:nvPr/>
        </p:nvSpPr>
        <p:spPr>
          <a:xfrm>
            <a:off x="594251" y="2967193"/>
            <a:ext cx="67505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Goal: </a:t>
            </a:r>
            <a:r>
              <a:rPr lang="en-GB" dirty="0"/>
              <a:t>To reduce the influence of the deleted data by continuing to train the existing model only on the data that should remain, while preserving the model’s predictive utility.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F8034C-F333-4908-5A0A-128D3EF63CDA}"/>
              </a:ext>
            </a:extLst>
          </p:cNvPr>
          <p:cNvSpPr txBox="1"/>
          <p:nvPr/>
        </p:nvSpPr>
        <p:spPr>
          <a:xfrm>
            <a:off x="617797" y="4525750"/>
            <a:ext cx="31157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Composite Utility ↑ :  0.3381</a:t>
            </a:r>
          </a:p>
          <a:p>
            <a:r>
              <a:rPr lang="en-GB" dirty="0"/>
              <a:t>Mean KS ↓ :  0.0444</a:t>
            </a:r>
          </a:p>
          <a:p>
            <a:r>
              <a:rPr lang="en-GB" dirty="0"/>
              <a:t>Mean Speed-Up ↑ : 2.49×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276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CE3618-1D7A-4256-B2AF-9DB692996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824" y="6419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C40045-3931-4F5B-BFDA-CB5657884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4300EE0-ECBD-4A99-A182-D65E0E6E6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66F00B75-03DF-4D45-9B0D-64C830BD60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8D3ABB2-C1A2-49A0-A399-DF61B1EF63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DA1AEAE7-4978-4A5B-AAD2-E2E78726F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7A9AAEEE-4B18-43DC-B196-17B61CD41F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807703FD-FEEE-4777-846F-8C38F40CEB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883325D-A3A9-46FF-B7CB-EE92752226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1009273A-6FB2-45C9-814B-F9F243C59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1456BB4-6CF2-4A71-BE63-1AC03A287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90F94609-6C4C-45C5-B029-0704F4BB6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7532FA0C-81DB-47C4-A39A-77A779E230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F2A2ED01-9837-46A7-B28E-15B6C229D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5E52EFEE-3C02-41C5-852D-699079C2E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A4ED1A46-9C33-4642-B4E6-DE8FB6E3FA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D8825798-C5AC-4262-B3CA-FAA3731727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041EF5B5-A116-4AE7-82D0-A06B0FF58F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1053245D-DA29-4C13-84C9-749150489A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1166F809-C998-47FD-8299-4F9BA65DD9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2C6184C9-DD88-444D-83F9-7E5C128E5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96A02A4D-21A3-44E5-BEFC-1DD2E82620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B31F515F-6B6B-48A5-99B1-F9BBCF8F6F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B0BC2F97-F3ED-4F01-B461-9A522CD97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75225" y="1331697"/>
            <a:ext cx="193249" cy="166594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3865E5-5F9A-E54D-92FA-FBF4CCE60A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9930918"/>
              </p:ext>
            </p:extLst>
          </p:nvPr>
        </p:nvGraphicFramePr>
        <p:xfrm>
          <a:off x="2028824" y="1088084"/>
          <a:ext cx="9713485" cy="25852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3496">
                  <a:extLst>
                    <a:ext uri="{9D8B030D-6E8A-4147-A177-3AD203B41FA5}">
                      <a16:colId xmlns:a16="http://schemas.microsoft.com/office/drawing/2014/main" val="76610953"/>
                    </a:ext>
                  </a:extLst>
                </a:gridCol>
                <a:gridCol w="1261543">
                  <a:extLst>
                    <a:ext uri="{9D8B030D-6E8A-4147-A177-3AD203B41FA5}">
                      <a16:colId xmlns:a16="http://schemas.microsoft.com/office/drawing/2014/main" val="1870453539"/>
                    </a:ext>
                  </a:extLst>
                </a:gridCol>
                <a:gridCol w="1199566">
                  <a:extLst>
                    <a:ext uri="{9D8B030D-6E8A-4147-A177-3AD203B41FA5}">
                      <a16:colId xmlns:a16="http://schemas.microsoft.com/office/drawing/2014/main" val="2919357761"/>
                    </a:ext>
                  </a:extLst>
                </a:gridCol>
                <a:gridCol w="1199566">
                  <a:extLst>
                    <a:ext uri="{9D8B030D-6E8A-4147-A177-3AD203B41FA5}">
                      <a16:colId xmlns:a16="http://schemas.microsoft.com/office/drawing/2014/main" val="3704295518"/>
                    </a:ext>
                  </a:extLst>
                </a:gridCol>
                <a:gridCol w="930664">
                  <a:extLst>
                    <a:ext uri="{9D8B030D-6E8A-4147-A177-3AD203B41FA5}">
                      <a16:colId xmlns:a16="http://schemas.microsoft.com/office/drawing/2014/main" val="3522509237"/>
                    </a:ext>
                  </a:extLst>
                </a:gridCol>
                <a:gridCol w="1005636">
                  <a:extLst>
                    <a:ext uri="{9D8B030D-6E8A-4147-A177-3AD203B41FA5}">
                      <a16:colId xmlns:a16="http://schemas.microsoft.com/office/drawing/2014/main" val="52211497"/>
                    </a:ext>
                  </a:extLst>
                </a:gridCol>
                <a:gridCol w="1361507">
                  <a:extLst>
                    <a:ext uri="{9D8B030D-6E8A-4147-A177-3AD203B41FA5}">
                      <a16:colId xmlns:a16="http://schemas.microsoft.com/office/drawing/2014/main" val="2501201483"/>
                    </a:ext>
                  </a:extLst>
                </a:gridCol>
                <a:gridCol w="1361507">
                  <a:extLst>
                    <a:ext uri="{9D8B030D-6E8A-4147-A177-3AD203B41FA5}">
                      <a16:colId xmlns:a16="http://schemas.microsoft.com/office/drawing/2014/main" val="9298652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Scenario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Model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PR-AUC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Balanced Accuracy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BCE </a:t>
                      </a:r>
                      <a:r>
                        <a:rPr lang="en-GB" sz="1200" dirty="0"/>
                        <a:t>↓ 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F1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AUROC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Composite Utility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097253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Recipient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0.1771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0.6288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0.5908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0.2347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0.7346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0.3410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864981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Fine tuning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0.1685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0.6366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0.5858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0.2452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0.7315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0.3390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763429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Donor Withdrawal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0.1736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0.6339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0.5994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0.2368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0.7316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0.3390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33019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Fine tuning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0.1681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0.6375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0.5848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0.2462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0.7319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0.3392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112947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Hospital Removal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0.1762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0.6419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0.5904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0.2492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0.7440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0.3474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382112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Fine tuning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0.1728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0.6418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0.5832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0.2522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0.7391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0.3459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764808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Invalid Consent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0.1678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0.6376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0.5951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0.2291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0.7354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0.3319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017567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Fine tuning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0.1639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0.6379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0.5779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0.2362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0.7350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0.3323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021371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Retention Expiry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Full Retraining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0.1622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0.6276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0.5856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0.2270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0.7415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0.3266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15526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Fine tuning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0.1645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0.6378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0.5755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0.2384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0.7445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0.3342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5972825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Mean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00" dirty="0">
                          <a:effectLst/>
                        </a:rPr>
                        <a:t>Full Retraining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0.1714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0.6340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0.5923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0.2354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0.7374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0.3371</a:t>
                      </a:r>
                      <a:endParaRPr lang="en-GB" sz="1100" kern="100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6321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00" dirty="0">
                          <a:effectLst/>
                        </a:rPr>
                        <a:t>Fine tuning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0.1676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0.6383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0.5814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0.2436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0.7364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0.3381</a:t>
                      </a:r>
                      <a:endParaRPr lang="en-GB" sz="1100" kern="100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276468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A6740A-9624-A1B9-F065-EF31CE22A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695254"/>
              </p:ext>
            </p:extLst>
          </p:nvPr>
        </p:nvGraphicFramePr>
        <p:xfrm>
          <a:off x="2003162" y="3861871"/>
          <a:ext cx="9723700" cy="12900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0925">
                  <a:extLst>
                    <a:ext uri="{9D8B030D-6E8A-4147-A177-3AD203B41FA5}">
                      <a16:colId xmlns:a16="http://schemas.microsoft.com/office/drawing/2014/main" val="1257986019"/>
                    </a:ext>
                  </a:extLst>
                </a:gridCol>
                <a:gridCol w="2430925">
                  <a:extLst>
                    <a:ext uri="{9D8B030D-6E8A-4147-A177-3AD203B41FA5}">
                      <a16:colId xmlns:a16="http://schemas.microsoft.com/office/drawing/2014/main" val="1640673540"/>
                    </a:ext>
                  </a:extLst>
                </a:gridCol>
                <a:gridCol w="2430925">
                  <a:extLst>
                    <a:ext uri="{9D8B030D-6E8A-4147-A177-3AD203B41FA5}">
                      <a16:colId xmlns:a16="http://schemas.microsoft.com/office/drawing/2014/main" val="1057765109"/>
                    </a:ext>
                  </a:extLst>
                </a:gridCol>
                <a:gridCol w="2430925">
                  <a:extLst>
                    <a:ext uri="{9D8B030D-6E8A-4147-A177-3AD203B41FA5}">
                      <a16:colId xmlns:a16="http://schemas.microsoft.com/office/drawing/2014/main" val="958714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Scenario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Training forget rows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KS p-value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KS statistic </a:t>
                      </a:r>
                      <a:r>
                        <a:rPr lang="en-GB" sz="1200" dirty="0"/>
                        <a:t>↓ 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6567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Recipient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426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0.7912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0.0446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6476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Donor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1,992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0.0029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0.0572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5494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Hospital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4,314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0.0009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0.0422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8858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Invalid consent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4,148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0.0076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0.0366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119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Retention expiry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6,262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0.000041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0.0415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0465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Mean KS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-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-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0.0444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29632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10C98E-C1F3-5A49-DD88-A94445A6E6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557793"/>
              </p:ext>
            </p:extLst>
          </p:nvPr>
        </p:nvGraphicFramePr>
        <p:xfrm>
          <a:off x="2013374" y="5367338"/>
          <a:ext cx="9713488" cy="12900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8372">
                  <a:extLst>
                    <a:ext uri="{9D8B030D-6E8A-4147-A177-3AD203B41FA5}">
                      <a16:colId xmlns:a16="http://schemas.microsoft.com/office/drawing/2014/main" val="3428843348"/>
                    </a:ext>
                  </a:extLst>
                </a:gridCol>
                <a:gridCol w="2428372">
                  <a:extLst>
                    <a:ext uri="{9D8B030D-6E8A-4147-A177-3AD203B41FA5}">
                      <a16:colId xmlns:a16="http://schemas.microsoft.com/office/drawing/2014/main" val="109849980"/>
                    </a:ext>
                  </a:extLst>
                </a:gridCol>
                <a:gridCol w="2428372">
                  <a:extLst>
                    <a:ext uri="{9D8B030D-6E8A-4147-A177-3AD203B41FA5}">
                      <a16:colId xmlns:a16="http://schemas.microsoft.com/office/drawing/2014/main" val="2651518256"/>
                    </a:ext>
                  </a:extLst>
                </a:gridCol>
                <a:gridCol w="2428372">
                  <a:extLst>
                    <a:ext uri="{9D8B030D-6E8A-4147-A177-3AD203B41FA5}">
                      <a16:colId xmlns:a16="http://schemas.microsoft.com/office/drawing/2014/main" val="38746801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Scenario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Fine-tuning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Speed Up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9644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Recipient withdrawal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1.05s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4.07s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3.86 x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7375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Donor withdrawal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0.88s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3.52s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4.01 x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8500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Hospital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0.91s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3.96s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4.26 x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326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Invalid consent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1.33s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3.57s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2.69 x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18314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Retention expiry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3.24s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3.29s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1.02 x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6377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Mean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1.48s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3.68s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2.49 x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019179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F3C3E3E-0DDE-3586-9BC4-FE2DA7F4C885}"/>
              </a:ext>
            </a:extLst>
          </p:cNvPr>
          <p:cNvSpPr txBox="1"/>
          <p:nvPr/>
        </p:nvSpPr>
        <p:spPr>
          <a:xfrm>
            <a:off x="482577" y="167890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Utility: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72C08D-5B02-1C6C-63E6-58612CE252BB}"/>
              </a:ext>
            </a:extLst>
          </p:cNvPr>
          <p:cNvSpPr txBox="1"/>
          <p:nvPr/>
        </p:nvSpPr>
        <p:spPr>
          <a:xfrm>
            <a:off x="252288" y="3898229"/>
            <a:ext cx="1337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Forgetting: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8C5D6A-CAA4-C53B-6AEE-ABF89EEF4755}"/>
              </a:ext>
            </a:extLst>
          </p:cNvPr>
          <p:cNvSpPr txBox="1"/>
          <p:nvPr/>
        </p:nvSpPr>
        <p:spPr>
          <a:xfrm>
            <a:off x="255620" y="5518150"/>
            <a:ext cx="1306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Efficiency: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31EDD6-3441-47D5-3194-761A74F69B36}"/>
              </a:ext>
            </a:extLst>
          </p:cNvPr>
          <p:cNvSpPr txBox="1"/>
          <p:nvPr/>
        </p:nvSpPr>
        <p:spPr>
          <a:xfrm>
            <a:off x="2004044" y="255543"/>
            <a:ext cx="5984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+mj-lt"/>
              </a:rPr>
              <a:t>Retain-Set Fine-Tuning : Results</a:t>
            </a:r>
          </a:p>
        </p:txBody>
      </p:sp>
    </p:spTree>
    <p:extLst>
      <p:ext uri="{BB962C8B-B14F-4D97-AF65-F5344CB8AC3E}">
        <p14:creationId xmlns:p14="http://schemas.microsoft.com/office/powerpoint/2010/main" val="702378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E1004-A84F-66E5-AD6B-6E30C20E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8B7ADB-A75C-0724-532C-AC0AE7A94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3061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D4E0F1-B690-FA8D-B612-9A9EF6123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E3BEE7C-FF6C-7AB0-A4A5-6935B4983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0DD8707C-D1D1-5BA7-0B75-21D9C960EF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CF227DE-B07B-10B1-FF83-D7BCF2B01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EEF4EDA3-CDF7-8D37-EB8E-7232718459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8468E77-7A1F-4CAE-010B-E679084BE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0345594-3351-EBB0-FD55-D0F52109C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294854E9-787D-0168-DAF9-C6A78C355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6F15E168-0D16-A876-BC28-799A2C2BB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9987CF9-01BC-315E-6A6B-2E08284FD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BEBCDAB5-BE8C-D7FA-7FC1-731FF42205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D49150D-752A-E77C-F555-660D562F1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20BD436B-E7D5-4DAD-2559-E3ADA49CB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9706FDB2-CBB0-AC01-775F-941285239C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74484EDD-C9A0-12A7-3AED-8CF37B3EC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02100165-AE4B-92EB-8391-F3F1D1C8F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04F7AAA4-64C9-6CE0-B6E8-A7E1A5203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E82BEDDE-3D03-4AC4-44F9-656E611E17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8265BAF1-9330-73E2-5DF3-AF81FD08C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14A25620-BA79-1F5E-8AB8-8C2075C35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19F7287-F766-31AD-F4EF-89E70C44B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075000"/>
          </a:xfrm>
          <a:custGeom>
            <a:avLst/>
            <a:gdLst>
              <a:gd name="connsiteX0" fmla="*/ 0 w 12192000"/>
              <a:gd name="connsiteY0" fmla="*/ 0 h 2075000"/>
              <a:gd name="connsiteX1" fmla="*/ 12192000 w 12192000"/>
              <a:gd name="connsiteY1" fmla="*/ 0 h 2075000"/>
              <a:gd name="connsiteX2" fmla="*/ 12192000 w 12192000"/>
              <a:gd name="connsiteY2" fmla="*/ 558112 h 2075000"/>
              <a:gd name="connsiteX3" fmla="*/ 12192000 w 12192000"/>
              <a:gd name="connsiteY3" fmla="*/ 750237 h 2075000"/>
              <a:gd name="connsiteX4" fmla="*/ 12192000 w 12192000"/>
              <a:gd name="connsiteY4" fmla="*/ 1726055 h 2075000"/>
              <a:gd name="connsiteX5" fmla="*/ 12113803 w 12192000"/>
              <a:gd name="connsiteY5" fmla="*/ 1734338 h 2075000"/>
              <a:gd name="connsiteX6" fmla="*/ 6753597 w 12192000"/>
              <a:gd name="connsiteY6" fmla="*/ 2057895 h 2075000"/>
              <a:gd name="connsiteX7" fmla="*/ 400746 w 12192000"/>
              <a:gd name="connsiteY7" fmla="*/ 1886552 h 2075000"/>
              <a:gd name="connsiteX8" fmla="*/ 0 w 12192000"/>
              <a:gd name="connsiteY8" fmla="*/ 1849576 h 2075000"/>
              <a:gd name="connsiteX9" fmla="*/ 0 w 12192000"/>
              <a:gd name="connsiteY9" fmla="*/ 750237 h 2075000"/>
              <a:gd name="connsiteX10" fmla="*/ 0 w 12192000"/>
              <a:gd name="connsiteY10" fmla="*/ 558112 h 20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075000">
                <a:moveTo>
                  <a:pt x="0" y="0"/>
                </a:moveTo>
                <a:lnTo>
                  <a:pt x="12192000" y="0"/>
                </a:lnTo>
                <a:lnTo>
                  <a:pt x="12192000" y="558112"/>
                </a:lnTo>
                <a:lnTo>
                  <a:pt x="12192000" y="750237"/>
                </a:lnTo>
                <a:lnTo>
                  <a:pt x="12192000" y="1726055"/>
                </a:lnTo>
                <a:lnTo>
                  <a:pt x="12113803" y="1734338"/>
                </a:lnTo>
                <a:cubicBezTo>
                  <a:pt x="10139508" y="1932287"/>
                  <a:pt x="8237152" y="2025290"/>
                  <a:pt x="6753597" y="2057895"/>
                </a:cubicBezTo>
                <a:cubicBezTo>
                  <a:pt x="4940362" y="2097744"/>
                  <a:pt x="2657278" y="2078414"/>
                  <a:pt x="400746" y="1886552"/>
                </a:cubicBezTo>
                <a:lnTo>
                  <a:pt x="0" y="1849576"/>
                </a:lnTo>
                <a:lnTo>
                  <a:pt x="0" y="750237"/>
                </a:lnTo>
                <a:lnTo>
                  <a:pt x="0" y="558112"/>
                </a:lnTo>
                <a:close/>
              </a:path>
            </a:pathLst>
          </a:custGeom>
          <a:solidFill>
            <a:schemeClr val="tx1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A7E08B-624C-29EA-A918-FC5123DBC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20" y="762608"/>
            <a:ext cx="10481519" cy="1003932"/>
          </a:xfrm>
        </p:spPr>
        <p:txBody>
          <a:bodyPr anchor="ctr">
            <a:normAutofit/>
          </a:bodyPr>
          <a:lstStyle/>
          <a:p>
            <a:pPr algn="l"/>
            <a:r>
              <a:rPr lang="en-US" sz="3600" dirty="0">
                <a:solidFill>
                  <a:schemeClr val="accent1"/>
                </a:solidFill>
              </a:rPr>
              <a:t>Gradient Ascent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53D533-CFC5-15CC-A976-A80A2684D1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1471498"/>
              </p:ext>
            </p:extLst>
          </p:nvPr>
        </p:nvGraphicFramePr>
        <p:xfrm>
          <a:off x="8601335" y="169662"/>
          <a:ext cx="3539071" cy="66333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2" name="Curved Left Arrow 31">
            <a:extLst>
              <a:ext uri="{FF2B5EF4-FFF2-40B4-BE49-F238E27FC236}">
                <a16:creationId xmlns:a16="http://schemas.microsoft.com/office/drawing/2014/main" id="{4D194320-98A1-B9B5-1DF7-517D5CF16AAC}"/>
              </a:ext>
            </a:extLst>
          </p:cNvPr>
          <p:cNvSpPr/>
          <p:nvPr/>
        </p:nvSpPr>
        <p:spPr>
          <a:xfrm rot="10800000">
            <a:off x="8206312" y="2906939"/>
            <a:ext cx="892967" cy="2808487"/>
          </a:xfrm>
          <a:prstGeom prst="curvedLeftArrow">
            <a:avLst>
              <a:gd name="adj1" fmla="val 25000"/>
              <a:gd name="adj2" fmla="val 55727"/>
              <a:gd name="adj3" fmla="val 230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D12D70-C07F-8ACA-7AD5-8F59948861E3}"/>
              </a:ext>
            </a:extLst>
          </p:cNvPr>
          <p:cNvSpPr txBox="1"/>
          <p:nvPr/>
        </p:nvSpPr>
        <p:spPr>
          <a:xfrm>
            <a:off x="8275380" y="3849106"/>
            <a:ext cx="11207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Repeat over unlearning epochs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B2950B-323A-F464-2C6C-D180908BB133}"/>
              </a:ext>
            </a:extLst>
          </p:cNvPr>
          <p:cNvSpPr txBox="1"/>
          <p:nvPr/>
        </p:nvSpPr>
        <p:spPr>
          <a:xfrm>
            <a:off x="594251" y="2967193"/>
            <a:ext cx="67505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Goal: </a:t>
            </a:r>
            <a:r>
              <a:rPr lang="en-GB" dirty="0"/>
              <a:t>To reduce the influence of the deleted data by deliberately increasing the model’s prediction error on the Forget Set.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69ADCB-4645-7DCE-7FC9-BEF19C446E01}"/>
              </a:ext>
            </a:extLst>
          </p:cNvPr>
          <p:cNvSpPr txBox="1"/>
          <p:nvPr/>
        </p:nvSpPr>
        <p:spPr>
          <a:xfrm>
            <a:off x="617797" y="4525750"/>
            <a:ext cx="30580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Composite Utility ↑ : 0.3353</a:t>
            </a:r>
          </a:p>
          <a:p>
            <a:r>
              <a:rPr lang="en-GB" dirty="0"/>
              <a:t>Mean KS ↓: 0.0428</a:t>
            </a:r>
          </a:p>
          <a:p>
            <a:r>
              <a:rPr lang="en-GB" dirty="0"/>
              <a:t>Mean Speed-Up ↑ : 6.67×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3650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0D90D5-CD97-C826-73B0-7D43BD820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407C33-F6B4-7F36-ADA3-5C33372A4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824" y="6419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1988588-2916-F21B-D396-2193CD5CE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1500EF1-49A4-67C5-0741-80890CE16F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44EDBB5-9438-1DFA-A12A-7D82CC621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29DD81D-701F-CB6C-A9A9-DB81113B09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5901E785-651B-7C8E-4D58-91019DEEC8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6A5CAAA7-6F4F-0F35-3298-B20A9180A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06526343-4630-92FF-03A0-E3E7999D9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C9309DD4-8DE1-A869-B685-F3DFECC89D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C9126705-1EF6-74C3-4C74-A772AD98B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A9B9509-923B-FF95-0CAB-B791C5645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C4A4AD87-4371-F455-7359-4F62F57D6D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882EA642-E653-3425-1AFE-9E1683409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CE126583-01D3-3B48-146A-F1C102059C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B72A35AF-8DB2-C1B8-DBA4-103E7F8B5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0CB4762C-2543-6452-1146-96190FA3F1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0638FE0-6E80-C06C-2629-8C670AE13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8190F2E-95CF-C2CD-D8BC-2D8A45447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4D3D42EE-F14C-B191-2262-3246AB98C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A8FB64FE-25E1-23E6-BFB9-5E186EEB1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97DC6616-FF53-E7B7-E68D-E0C58B63B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97617887-9D0D-475A-10DB-6B7CEE02A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61643102-AB1D-3EBE-75FE-48B992FD0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860413EB-807A-A8F8-74D2-03CE5D749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75225" y="1331697"/>
            <a:ext cx="193249" cy="166594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F20BBE-9B4D-7D0F-147E-BCB35C3A930E}"/>
              </a:ext>
            </a:extLst>
          </p:cNvPr>
          <p:cNvSpPr txBox="1"/>
          <p:nvPr/>
        </p:nvSpPr>
        <p:spPr>
          <a:xfrm>
            <a:off x="482577" y="167890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Utility: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913AB8-D97A-5C31-9E06-C020B7AE364A}"/>
              </a:ext>
            </a:extLst>
          </p:cNvPr>
          <p:cNvSpPr txBox="1"/>
          <p:nvPr/>
        </p:nvSpPr>
        <p:spPr>
          <a:xfrm>
            <a:off x="252288" y="3898229"/>
            <a:ext cx="1337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Forgetting: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0D9AAD-584E-0858-8945-79B0C4A961F9}"/>
              </a:ext>
            </a:extLst>
          </p:cNvPr>
          <p:cNvSpPr txBox="1"/>
          <p:nvPr/>
        </p:nvSpPr>
        <p:spPr>
          <a:xfrm>
            <a:off x="283579" y="5408613"/>
            <a:ext cx="1306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Efficiency: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A21808-6FB8-0E45-E0EC-83714FC3C735}"/>
              </a:ext>
            </a:extLst>
          </p:cNvPr>
          <p:cNvSpPr txBox="1"/>
          <p:nvPr/>
        </p:nvSpPr>
        <p:spPr>
          <a:xfrm>
            <a:off x="2004044" y="255543"/>
            <a:ext cx="46957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+mj-lt"/>
              </a:rPr>
              <a:t>Gradient Ascent: Results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1DA6550-8DCE-ABB1-05F5-2A5153351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667657"/>
              </p:ext>
            </p:extLst>
          </p:nvPr>
        </p:nvGraphicFramePr>
        <p:xfrm>
          <a:off x="1844150" y="1013572"/>
          <a:ext cx="9689673" cy="27020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0079">
                  <a:extLst>
                    <a:ext uri="{9D8B030D-6E8A-4147-A177-3AD203B41FA5}">
                      <a16:colId xmlns:a16="http://schemas.microsoft.com/office/drawing/2014/main" val="1493209149"/>
                    </a:ext>
                  </a:extLst>
                </a:gridCol>
                <a:gridCol w="1258452">
                  <a:extLst>
                    <a:ext uri="{9D8B030D-6E8A-4147-A177-3AD203B41FA5}">
                      <a16:colId xmlns:a16="http://schemas.microsoft.com/office/drawing/2014/main" val="2354392415"/>
                    </a:ext>
                  </a:extLst>
                </a:gridCol>
                <a:gridCol w="1196625">
                  <a:extLst>
                    <a:ext uri="{9D8B030D-6E8A-4147-A177-3AD203B41FA5}">
                      <a16:colId xmlns:a16="http://schemas.microsoft.com/office/drawing/2014/main" val="1444220417"/>
                    </a:ext>
                  </a:extLst>
                </a:gridCol>
                <a:gridCol w="1196625">
                  <a:extLst>
                    <a:ext uri="{9D8B030D-6E8A-4147-A177-3AD203B41FA5}">
                      <a16:colId xmlns:a16="http://schemas.microsoft.com/office/drawing/2014/main" val="2901846230"/>
                    </a:ext>
                  </a:extLst>
                </a:gridCol>
                <a:gridCol w="928381">
                  <a:extLst>
                    <a:ext uri="{9D8B030D-6E8A-4147-A177-3AD203B41FA5}">
                      <a16:colId xmlns:a16="http://schemas.microsoft.com/office/drawing/2014/main" val="2969034921"/>
                    </a:ext>
                  </a:extLst>
                </a:gridCol>
                <a:gridCol w="1003171">
                  <a:extLst>
                    <a:ext uri="{9D8B030D-6E8A-4147-A177-3AD203B41FA5}">
                      <a16:colId xmlns:a16="http://schemas.microsoft.com/office/drawing/2014/main" val="3157436255"/>
                    </a:ext>
                  </a:extLst>
                </a:gridCol>
                <a:gridCol w="1358170">
                  <a:extLst>
                    <a:ext uri="{9D8B030D-6E8A-4147-A177-3AD203B41FA5}">
                      <a16:colId xmlns:a16="http://schemas.microsoft.com/office/drawing/2014/main" val="261047703"/>
                    </a:ext>
                  </a:extLst>
                </a:gridCol>
                <a:gridCol w="1358170">
                  <a:extLst>
                    <a:ext uri="{9D8B030D-6E8A-4147-A177-3AD203B41FA5}">
                      <a16:colId xmlns:a16="http://schemas.microsoft.com/office/drawing/2014/main" val="4207763130"/>
                    </a:ext>
                  </a:extLst>
                </a:gridCol>
              </a:tblGrid>
              <a:tr h="2646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Scenario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Model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effectLst/>
                        </a:rPr>
                        <a:t>PR-AUC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effectLst/>
                        </a:rPr>
                        <a:t>Balanced Accuracy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effectLst/>
                        </a:rPr>
                        <a:t>BCE </a:t>
                      </a:r>
                      <a:r>
                        <a:rPr lang="en-GB" sz="1200" dirty="0"/>
                        <a:t>↓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effectLst/>
                        </a:rPr>
                        <a:t>F1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effectLst/>
                        </a:rPr>
                        <a:t>AUROC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effectLst/>
                        </a:rPr>
                        <a:t>Composite Utility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2992214345"/>
                  </a:ext>
                </a:extLst>
              </a:tr>
              <a:tr h="19403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Recipient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0.1771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0.6288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effectLst/>
                        </a:rPr>
                        <a:t>0.5908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0.2347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0.7346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0.3410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2410627260"/>
                  </a:ext>
                </a:extLst>
              </a:tr>
              <a:tr h="1940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Gradient Ascent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0.1695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0.6307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0.5793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0.2425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0.7316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0.3387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2004811172"/>
                  </a:ext>
                </a:extLst>
              </a:tr>
              <a:tr h="19403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Donor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0.1736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0.6339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0.5994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0.2368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0.7316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0.3390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929770694"/>
                  </a:ext>
                </a:extLst>
              </a:tr>
              <a:tr h="1940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Gradient Ascent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0.1689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0.6362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0.5927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0.2436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0.7319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0.3384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872581137"/>
                  </a:ext>
                </a:extLst>
              </a:tr>
              <a:tr h="19403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Hospital Removal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0.1762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0.6419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0.5904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0.2492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0.7440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0.3474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1406286988"/>
                  </a:ext>
                </a:extLst>
              </a:tr>
              <a:tr h="1940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Gradient Ascent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0.1734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0.6471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0.6163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0.2452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0.7393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0.3426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2168962671"/>
                  </a:ext>
                </a:extLst>
              </a:tr>
              <a:tr h="19403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Invalid Consent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0.1678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0.6376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0.5951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0.2291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0.7354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0.3319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2009745720"/>
                  </a:ext>
                </a:extLst>
              </a:tr>
              <a:tr h="1940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Gradient Ascent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0.1633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0.6417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0.6000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0.2334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0.7357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0.3300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1144897620"/>
                  </a:ext>
                </a:extLst>
              </a:tr>
              <a:tr h="19403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Retention Expiry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effectLst/>
                        </a:rPr>
                        <a:t>Full Retraining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effectLst/>
                        </a:rPr>
                        <a:t>0.1622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0.6276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0.5856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0.2270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0.7415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0.3266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522400992"/>
                  </a:ext>
                </a:extLst>
              </a:tr>
              <a:tr h="1940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effectLst/>
                        </a:rPr>
                        <a:t>Gradient Ascent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0.1622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0.6276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0.5856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0.2270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0.7415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effectLst/>
                        </a:rPr>
                        <a:t>0.3266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1952893208"/>
                  </a:ext>
                </a:extLst>
              </a:tr>
              <a:tr h="19403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Mean</a:t>
                      </a: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00" dirty="0">
                          <a:effectLst/>
                        </a:rPr>
                        <a:t>Full Retraining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0.1714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0.6340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0.5923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0.2354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0.7374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0.3371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1700371670"/>
                  </a:ext>
                </a:extLst>
              </a:tr>
              <a:tr h="194030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00" dirty="0">
                          <a:effectLst/>
                        </a:rPr>
                        <a:t>Gradient Ascent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0.1675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0.6369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0.5948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0.2383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0.7359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0.3353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3960681482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0C5078F9-2769-2D6C-AA6E-863E6BF1D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292811"/>
              </p:ext>
            </p:extLst>
          </p:nvPr>
        </p:nvGraphicFramePr>
        <p:xfrm>
          <a:off x="1844150" y="3871668"/>
          <a:ext cx="9689672" cy="12900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2418">
                  <a:extLst>
                    <a:ext uri="{9D8B030D-6E8A-4147-A177-3AD203B41FA5}">
                      <a16:colId xmlns:a16="http://schemas.microsoft.com/office/drawing/2014/main" val="501698033"/>
                    </a:ext>
                  </a:extLst>
                </a:gridCol>
                <a:gridCol w="2422418">
                  <a:extLst>
                    <a:ext uri="{9D8B030D-6E8A-4147-A177-3AD203B41FA5}">
                      <a16:colId xmlns:a16="http://schemas.microsoft.com/office/drawing/2014/main" val="3264393145"/>
                    </a:ext>
                  </a:extLst>
                </a:gridCol>
                <a:gridCol w="2422418">
                  <a:extLst>
                    <a:ext uri="{9D8B030D-6E8A-4147-A177-3AD203B41FA5}">
                      <a16:colId xmlns:a16="http://schemas.microsoft.com/office/drawing/2014/main" val="1456300291"/>
                    </a:ext>
                  </a:extLst>
                </a:gridCol>
                <a:gridCol w="2422418">
                  <a:extLst>
                    <a:ext uri="{9D8B030D-6E8A-4147-A177-3AD203B41FA5}">
                      <a16:colId xmlns:a16="http://schemas.microsoft.com/office/drawing/2014/main" val="21377966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Scenario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Training forget rows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KS p-value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KS statistic </a:t>
                      </a:r>
                      <a:r>
                        <a:rPr lang="en-GB" sz="1200" dirty="0"/>
                        <a:t>↓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5045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Recipient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426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0.5644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0.0540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751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Donor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1,992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0.0057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0.0542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5176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Hospital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4,314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0.1709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0.0239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1153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Invalid consent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4,148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0.0012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0.0422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0430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Retention expiry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6,262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0.0001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0.0398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9970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Mean KS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-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-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0.0428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311845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E9FC3E4E-412F-D024-CE80-6DBABF80A5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04981"/>
              </p:ext>
            </p:extLst>
          </p:nvPr>
        </p:nvGraphicFramePr>
        <p:xfrm>
          <a:off x="1844150" y="5372369"/>
          <a:ext cx="9674900" cy="13487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18725">
                  <a:extLst>
                    <a:ext uri="{9D8B030D-6E8A-4147-A177-3AD203B41FA5}">
                      <a16:colId xmlns:a16="http://schemas.microsoft.com/office/drawing/2014/main" val="118243179"/>
                    </a:ext>
                  </a:extLst>
                </a:gridCol>
                <a:gridCol w="2418725">
                  <a:extLst>
                    <a:ext uri="{9D8B030D-6E8A-4147-A177-3AD203B41FA5}">
                      <a16:colId xmlns:a16="http://schemas.microsoft.com/office/drawing/2014/main" val="2748465582"/>
                    </a:ext>
                  </a:extLst>
                </a:gridCol>
                <a:gridCol w="2418725">
                  <a:extLst>
                    <a:ext uri="{9D8B030D-6E8A-4147-A177-3AD203B41FA5}">
                      <a16:colId xmlns:a16="http://schemas.microsoft.com/office/drawing/2014/main" val="2707064009"/>
                    </a:ext>
                  </a:extLst>
                </a:gridCol>
                <a:gridCol w="2418725">
                  <a:extLst>
                    <a:ext uri="{9D8B030D-6E8A-4147-A177-3AD203B41FA5}">
                      <a16:colId xmlns:a16="http://schemas.microsoft.com/office/drawing/2014/main" val="3284330716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Scenario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Gradient Ascent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Speed Up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2301189"/>
                  </a:ext>
                </a:extLst>
              </a:tr>
              <a:tr h="1607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Recipient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0.19s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4.07s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21.08 x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2391537"/>
                  </a:ext>
                </a:extLst>
              </a:tr>
              <a:tr h="1607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Donor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0.42s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3.52s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8.41x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4217099"/>
                  </a:ext>
                </a:extLst>
              </a:tr>
              <a:tr h="1607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Hospital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0.59s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3.96s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6.76 x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1177814"/>
                  </a:ext>
                </a:extLst>
              </a:tr>
              <a:tr h="1607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Invalid consent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0.67s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3.57s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5.36 x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90259426"/>
                  </a:ext>
                </a:extLst>
              </a:tr>
              <a:tr h="1607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Retention expiry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0.90s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3.29s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3.68 x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8043400"/>
                  </a:ext>
                </a:extLst>
              </a:tr>
              <a:tr h="1607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Mean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0.55s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3.68s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6.67 x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68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307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973AAC-E3AF-B803-A86D-67FD05673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997564-F920-BA16-FDF5-C5004F685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3061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5848CF2-0C0B-1FD2-B5CB-8F1D10A2E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92F136F4-FB8D-EE04-41EC-62578DC96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ECBA929-5890-F9B0-6C18-74352D59C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E404BEF7-6FB8-12EE-AF0F-A8E724559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DB7C9E3-469B-DF91-EF92-452AAEDA9E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7534439-AB56-EE98-EC43-3281418DD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7BFF234B-4AF7-2D81-066E-C1D89608A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01768C4-9DEA-674C-72C3-5407032F6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8063C4FE-7ADA-D4E1-B3B3-7442117E3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BC7B72D0-2F25-C1DD-E1CB-914970DB1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EA101B6B-B321-09A7-6F91-2B2CE38F25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67BB8324-048C-EF88-ABFB-5B91C9062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B3C1997A-B753-5279-ED3F-A447ED1AF8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1E3C76C2-CA5E-BB0E-F059-82B1910ADC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247EE856-1978-07F9-59C7-C26D27F3E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C4B8CCA1-82E7-B7DF-FBA1-B6D3AD5DEE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9AD73610-35DA-F56A-D76C-AA81AC3293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1F29F240-CE36-A4EB-5EAC-2D25230FA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F9FFCE08-2808-6311-5ECF-E9BD5BE98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C4733B08-DEDF-DCCB-BEEF-4235176A1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7D11821-85BA-40C9-9A99-8C3ED3219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075000"/>
          </a:xfrm>
          <a:custGeom>
            <a:avLst/>
            <a:gdLst>
              <a:gd name="connsiteX0" fmla="*/ 0 w 12192000"/>
              <a:gd name="connsiteY0" fmla="*/ 0 h 2075000"/>
              <a:gd name="connsiteX1" fmla="*/ 12192000 w 12192000"/>
              <a:gd name="connsiteY1" fmla="*/ 0 h 2075000"/>
              <a:gd name="connsiteX2" fmla="*/ 12192000 w 12192000"/>
              <a:gd name="connsiteY2" fmla="*/ 558112 h 2075000"/>
              <a:gd name="connsiteX3" fmla="*/ 12192000 w 12192000"/>
              <a:gd name="connsiteY3" fmla="*/ 750237 h 2075000"/>
              <a:gd name="connsiteX4" fmla="*/ 12192000 w 12192000"/>
              <a:gd name="connsiteY4" fmla="*/ 1726055 h 2075000"/>
              <a:gd name="connsiteX5" fmla="*/ 12113803 w 12192000"/>
              <a:gd name="connsiteY5" fmla="*/ 1734338 h 2075000"/>
              <a:gd name="connsiteX6" fmla="*/ 6753597 w 12192000"/>
              <a:gd name="connsiteY6" fmla="*/ 2057895 h 2075000"/>
              <a:gd name="connsiteX7" fmla="*/ 400746 w 12192000"/>
              <a:gd name="connsiteY7" fmla="*/ 1886552 h 2075000"/>
              <a:gd name="connsiteX8" fmla="*/ 0 w 12192000"/>
              <a:gd name="connsiteY8" fmla="*/ 1849576 h 2075000"/>
              <a:gd name="connsiteX9" fmla="*/ 0 w 12192000"/>
              <a:gd name="connsiteY9" fmla="*/ 750237 h 2075000"/>
              <a:gd name="connsiteX10" fmla="*/ 0 w 12192000"/>
              <a:gd name="connsiteY10" fmla="*/ 558112 h 20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075000">
                <a:moveTo>
                  <a:pt x="0" y="0"/>
                </a:moveTo>
                <a:lnTo>
                  <a:pt x="12192000" y="0"/>
                </a:lnTo>
                <a:lnTo>
                  <a:pt x="12192000" y="558112"/>
                </a:lnTo>
                <a:lnTo>
                  <a:pt x="12192000" y="750237"/>
                </a:lnTo>
                <a:lnTo>
                  <a:pt x="12192000" y="1726055"/>
                </a:lnTo>
                <a:lnTo>
                  <a:pt x="12113803" y="1734338"/>
                </a:lnTo>
                <a:cubicBezTo>
                  <a:pt x="10139508" y="1932287"/>
                  <a:pt x="8237152" y="2025290"/>
                  <a:pt x="6753597" y="2057895"/>
                </a:cubicBezTo>
                <a:cubicBezTo>
                  <a:pt x="4940362" y="2097744"/>
                  <a:pt x="2657278" y="2078414"/>
                  <a:pt x="400746" y="1886552"/>
                </a:cubicBezTo>
                <a:lnTo>
                  <a:pt x="0" y="1849576"/>
                </a:lnTo>
                <a:lnTo>
                  <a:pt x="0" y="750237"/>
                </a:lnTo>
                <a:lnTo>
                  <a:pt x="0" y="558112"/>
                </a:lnTo>
                <a:close/>
              </a:path>
            </a:pathLst>
          </a:custGeom>
          <a:solidFill>
            <a:schemeClr val="tx1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B6586-EA96-169C-ECA4-D23D7C10C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20" y="762608"/>
            <a:ext cx="10481519" cy="1003932"/>
          </a:xfrm>
        </p:spPr>
        <p:txBody>
          <a:bodyPr anchor="ctr">
            <a:normAutofit/>
          </a:bodyPr>
          <a:lstStyle/>
          <a:p>
            <a:pPr algn="l"/>
            <a:r>
              <a:rPr lang="en-US" sz="3600" dirty="0">
                <a:solidFill>
                  <a:schemeClr val="accent1"/>
                </a:solidFill>
              </a:rPr>
              <a:t>Gradient Difference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C2F879-9F49-55DC-E90E-2EEF32F9A2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6760866"/>
              </p:ext>
            </p:extLst>
          </p:nvPr>
        </p:nvGraphicFramePr>
        <p:xfrm>
          <a:off x="8601335" y="169662"/>
          <a:ext cx="3539071" cy="66333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2" name="Curved Left Arrow 31">
            <a:extLst>
              <a:ext uri="{FF2B5EF4-FFF2-40B4-BE49-F238E27FC236}">
                <a16:creationId xmlns:a16="http://schemas.microsoft.com/office/drawing/2014/main" id="{151599BC-D31E-2BEE-A52C-309301E61364}"/>
              </a:ext>
            </a:extLst>
          </p:cNvPr>
          <p:cNvSpPr/>
          <p:nvPr/>
        </p:nvSpPr>
        <p:spPr>
          <a:xfrm rot="10800000">
            <a:off x="8408355" y="2603301"/>
            <a:ext cx="892967" cy="3283820"/>
          </a:xfrm>
          <a:prstGeom prst="curvedLeftArrow">
            <a:avLst>
              <a:gd name="adj1" fmla="val 25000"/>
              <a:gd name="adj2" fmla="val 55727"/>
              <a:gd name="adj3" fmla="val 230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DE5FEC-BE6C-98EF-B76B-FF61C89A9C60}"/>
              </a:ext>
            </a:extLst>
          </p:cNvPr>
          <p:cNvSpPr txBox="1"/>
          <p:nvPr/>
        </p:nvSpPr>
        <p:spPr>
          <a:xfrm>
            <a:off x="8458726" y="3817453"/>
            <a:ext cx="11207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Repeat over unlearning epochs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C97397-EDA9-D948-0939-74543AAFC42C}"/>
              </a:ext>
            </a:extLst>
          </p:cNvPr>
          <p:cNvSpPr txBox="1"/>
          <p:nvPr/>
        </p:nvSpPr>
        <p:spPr>
          <a:xfrm>
            <a:off x="594251" y="2967193"/>
            <a:ext cx="67505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Goal: </a:t>
            </a:r>
            <a:r>
              <a:rPr lang="en-GB" dirty="0"/>
              <a:t>To reduce the influence of deleted data while preserving useful model behaviour by training on the Forget Set and Retain Set with opposing objectives.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CF1FDA-DDA6-8280-6220-BDBA32DA62FA}"/>
              </a:ext>
            </a:extLst>
          </p:cNvPr>
          <p:cNvSpPr txBox="1"/>
          <p:nvPr/>
        </p:nvSpPr>
        <p:spPr>
          <a:xfrm>
            <a:off x="617797" y="4525750"/>
            <a:ext cx="30580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Composite Utility ↑ : 0.3404</a:t>
            </a:r>
          </a:p>
          <a:p>
            <a:r>
              <a:rPr lang="en-GB" dirty="0"/>
              <a:t>Mean KS ↓: </a:t>
            </a:r>
            <a:r>
              <a:rPr lang="en-GB" kern="100" dirty="0"/>
              <a:t>0.0509</a:t>
            </a:r>
            <a:endParaRPr lang="en-GB" dirty="0"/>
          </a:p>
          <a:p>
            <a:r>
              <a:rPr lang="en-GB" dirty="0"/>
              <a:t>Mean Speed-Up ↑ : 35.75×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8138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1FFB2-E979-2465-88D3-740D879A0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7CAD505-898B-DB85-5783-4A57A300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824" y="6419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CCAB80-DBCF-8993-6B3F-8F8E942B0F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9FD1CBE5-92C4-3830-EFAB-2B73980639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1B12C8A-02D1-3479-461D-E87CA70AD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AEEB85F1-4734-7669-F1ED-80AB4E39B4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F3C0461-6306-F624-B7B0-01D786AF6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BA5C23EE-13D9-D42C-DEEC-9830D5A0E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5C070579-75EB-17C0-8690-6A94ED5EB6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4A114CAF-1C9D-8693-91E5-94A0D084C0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648228BC-CDEA-7DC0-8C21-3EB7C10297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108C2B6D-E4D1-52B2-4CA0-B9965A098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4D1BCC0D-EB28-FC99-F664-1F003CD464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FE43468B-A97F-424D-AE31-87A9011E7A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AF0FE741-884F-3A44-9078-C6F1809B7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F6AF2AC-D1BC-4E7D-2B0D-76288CB54E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9E5B13F4-476C-68A7-EA42-589EBD89C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9C45DE4-6FF0-0E2A-16AD-6DDD9B918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9880536E-E0BD-C861-B394-7148F2A1B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9466C4B1-DE58-D727-0B32-3BF863D935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2B7D45FA-8FE1-2320-794C-20E110DD7E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2BBB0A70-70D4-D1D3-35D5-1374368DB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E26194A8-B855-CC33-7976-9C602A4D7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13012D30-E009-0E25-2249-A54E6C776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0F22A19E-9A79-6AE5-192F-1F6576EAB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75225" y="1331697"/>
            <a:ext cx="193249" cy="166594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00C55C-1276-F07B-918F-77125EF30FCF}"/>
              </a:ext>
            </a:extLst>
          </p:cNvPr>
          <p:cNvSpPr txBox="1"/>
          <p:nvPr/>
        </p:nvSpPr>
        <p:spPr>
          <a:xfrm>
            <a:off x="482577" y="167890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Utility: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D65E17-817B-94B7-8728-2188C5910056}"/>
              </a:ext>
            </a:extLst>
          </p:cNvPr>
          <p:cNvSpPr txBox="1"/>
          <p:nvPr/>
        </p:nvSpPr>
        <p:spPr>
          <a:xfrm>
            <a:off x="252288" y="3898229"/>
            <a:ext cx="1337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Forgetting: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01C795-0DF9-CDB2-CF46-1FE90E78F013}"/>
              </a:ext>
            </a:extLst>
          </p:cNvPr>
          <p:cNvSpPr txBox="1"/>
          <p:nvPr/>
        </p:nvSpPr>
        <p:spPr>
          <a:xfrm>
            <a:off x="255620" y="5518150"/>
            <a:ext cx="1306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Efficiency: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8B3C569-696F-4CE7-B188-1ACAE89844FB}"/>
              </a:ext>
            </a:extLst>
          </p:cNvPr>
          <p:cNvSpPr txBox="1"/>
          <p:nvPr/>
        </p:nvSpPr>
        <p:spPr>
          <a:xfrm>
            <a:off x="2004044" y="255543"/>
            <a:ext cx="5460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+mj-lt"/>
              </a:rPr>
              <a:t>Gradient Difference : Results</a:t>
            </a:r>
          </a:p>
        </p:txBody>
      </p:sp>
      <p:graphicFrame>
        <p:nvGraphicFramePr>
          <p:cNvPr id="35" name="Content Placeholder 34">
            <a:extLst>
              <a:ext uri="{FF2B5EF4-FFF2-40B4-BE49-F238E27FC236}">
                <a16:creationId xmlns:a16="http://schemas.microsoft.com/office/drawing/2014/main" id="{98CACDE4-B7EC-8840-B329-96DCF037D5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247024"/>
              </p:ext>
            </p:extLst>
          </p:nvPr>
        </p:nvGraphicFramePr>
        <p:xfrm>
          <a:off x="1985962" y="1112074"/>
          <a:ext cx="9720137" cy="26636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0831">
                  <a:extLst>
                    <a:ext uri="{9D8B030D-6E8A-4147-A177-3AD203B41FA5}">
                      <a16:colId xmlns:a16="http://schemas.microsoft.com/office/drawing/2014/main" val="1705661751"/>
                    </a:ext>
                  </a:extLst>
                </a:gridCol>
                <a:gridCol w="1510505">
                  <a:extLst>
                    <a:ext uri="{9D8B030D-6E8A-4147-A177-3AD203B41FA5}">
                      <a16:colId xmlns:a16="http://schemas.microsoft.com/office/drawing/2014/main" val="2041314575"/>
                    </a:ext>
                  </a:extLst>
                </a:gridCol>
                <a:gridCol w="1138044">
                  <a:extLst>
                    <a:ext uri="{9D8B030D-6E8A-4147-A177-3AD203B41FA5}">
                      <a16:colId xmlns:a16="http://schemas.microsoft.com/office/drawing/2014/main" val="3591755503"/>
                    </a:ext>
                  </a:extLst>
                </a:gridCol>
                <a:gridCol w="1306350">
                  <a:extLst>
                    <a:ext uri="{9D8B030D-6E8A-4147-A177-3AD203B41FA5}">
                      <a16:colId xmlns:a16="http://schemas.microsoft.com/office/drawing/2014/main" val="603275368"/>
                    </a:ext>
                  </a:extLst>
                </a:gridCol>
                <a:gridCol w="1143980">
                  <a:extLst>
                    <a:ext uri="{9D8B030D-6E8A-4147-A177-3AD203B41FA5}">
                      <a16:colId xmlns:a16="http://schemas.microsoft.com/office/drawing/2014/main" val="2418016743"/>
                    </a:ext>
                  </a:extLst>
                </a:gridCol>
                <a:gridCol w="1193535">
                  <a:extLst>
                    <a:ext uri="{9D8B030D-6E8A-4147-A177-3AD203B41FA5}">
                      <a16:colId xmlns:a16="http://schemas.microsoft.com/office/drawing/2014/main" val="1085287481"/>
                    </a:ext>
                  </a:extLst>
                </a:gridCol>
                <a:gridCol w="883959">
                  <a:extLst>
                    <a:ext uri="{9D8B030D-6E8A-4147-A177-3AD203B41FA5}">
                      <a16:colId xmlns:a16="http://schemas.microsoft.com/office/drawing/2014/main" val="3993102420"/>
                    </a:ext>
                  </a:extLst>
                </a:gridCol>
                <a:gridCol w="1072933">
                  <a:extLst>
                    <a:ext uri="{9D8B030D-6E8A-4147-A177-3AD203B41FA5}">
                      <a16:colId xmlns:a16="http://schemas.microsoft.com/office/drawing/2014/main" val="1226332964"/>
                    </a:ext>
                  </a:extLst>
                </a:gridCol>
              </a:tblGrid>
              <a:tr h="3563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Scenario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Model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PR-AUC </a:t>
                      </a:r>
                      <a:r>
                        <a:rPr lang="en-GB" sz="1100" dirty="0"/>
                        <a:t>↑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Balanced Accuracy </a:t>
                      </a:r>
                      <a:r>
                        <a:rPr lang="en-GB" sz="1100" dirty="0"/>
                        <a:t>↑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BCE </a:t>
                      </a:r>
                      <a:r>
                        <a:rPr lang="en-GB" sz="1100" dirty="0"/>
                        <a:t>↓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F1 </a:t>
                      </a:r>
                      <a:r>
                        <a:rPr lang="en-GB" sz="1100" dirty="0"/>
                        <a:t>↑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AUROC </a:t>
                      </a:r>
                      <a:r>
                        <a:rPr lang="en-GB" sz="1100" dirty="0"/>
                        <a:t>↑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Composite Utility </a:t>
                      </a:r>
                      <a:r>
                        <a:rPr lang="en-GB" sz="1100" dirty="0"/>
                        <a:t>↑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1447301996"/>
                  </a:ext>
                </a:extLst>
              </a:tr>
              <a:tr h="172993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Recipient Withdrawal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Full Retraining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0.1771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0.6288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0.5908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0.2347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0.7346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0.3410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1185980474"/>
                  </a:ext>
                </a:extLst>
              </a:tr>
              <a:tr h="1970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Gradient Difference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0.1692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0.6306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0.5744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0.2445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0.7315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0.3395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2575577208"/>
                  </a:ext>
                </a:extLst>
              </a:tr>
              <a:tr h="172993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Donor Withdrawal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Full Retraining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0.1736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0.6339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0.5994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0.2368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0.7316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0.3390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3635729944"/>
                  </a:ext>
                </a:extLst>
              </a:tr>
              <a:tr h="1970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Gradient Difference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0.1688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0.6307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0.5748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0.2440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0.7318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0.3389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984121375"/>
                  </a:ext>
                </a:extLst>
              </a:tr>
              <a:tr h="172993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Hospital Removal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Full Retraining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0.1762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0.6419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0.5904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0.2492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0.7440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0.3474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2672152322"/>
                  </a:ext>
                </a:extLst>
              </a:tr>
              <a:tr h="1970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Gradient Difference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0.1736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0.6365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0.5734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0.2518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0.7392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0.3465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3245449003"/>
                  </a:ext>
                </a:extLst>
              </a:tr>
              <a:tr h="172993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Invalid Consent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Full Retraining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0.1678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0.6376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0.5951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0.2291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0.7354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0.3319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496312115"/>
                  </a:ext>
                </a:extLst>
              </a:tr>
              <a:tr h="1970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Gradient Difference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0.1642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0.6324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0.5654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0.2379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0.7351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0.3334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3883319571"/>
                  </a:ext>
                </a:extLst>
              </a:tr>
              <a:tr h="172993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Retention Expiry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Full Retraining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0.1622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0.6276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0.5856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0.2270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0.7415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0.3266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708365028"/>
                  </a:ext>
                </a:extLst>
              </a:tr>
              <a:tr h="1970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Gradient Difference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0.1676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0.6395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0.5484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0.2541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0.7446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0.3439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1528231546"/>
                  </a:ext>
                </a:extLst>
              </a:tr>
              <a:tr h="197039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Mean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00" dirty="0">
                          <a:effectLst/>
                        </a:rPr>
                        <a:t>Full Retraining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0.1714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0.6340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0.5923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0.2354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0.7374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0.3371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3167075674"/>
                  </a:ext>
                </a:extLst>
              </a:tr>
              <a:tr h="197039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00" dirty="0">
                          <a:effectLst/>
                        </a:rPr>
                        <a:t>Gradient Difference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0.1687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0.6339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0.5673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0.2465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0.7364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0.3404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3514553507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9E1DA731-6E8E-68C9-B05A-8DB03FA16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659466"/>
              </p:ext>
            </p:extLst>
          </p:nvPr>
        </p:nvGraphicFramePr>
        <p:xfrm>
          <a:off x="1971675" y="4001767"/>
          <a:ext cx="9734424" cy="12900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3606">
                  <a:extLst>
                    <a:ext uri="{9D8B030D-6E8A-4147-A177-3AD203B41FA5}">
                      <a16:colId xmlns:a16="http://schemas.microsoft.com/office/drawing/2014/main" val="22282799"/>
                    </a:ext>
                  </a:extLst>
                </a:gridCol>
                <a:gridCol w="2433606">
                  <a:extLst>
                    <a:ext uri="{9D8B030D-6E8A-4147-A177-3AD203B41FA5}">
                      <a16:colId xmlns:a16="http://schemas.microsoft.com/office/drawing/2014/main" val="1792545196"/>
                    </a:ext>
                  </a:extLst>
                </a:gridCol>
                <a:gridCol w="2433606">
                  <a:extLst>
                    <a:ext uri="{9D8B030D-6E8A-4147-A177-3AD203B41FA5}">
                      <a16:colId xmlns:a16="http://schemas.microsoft.com/office/drawing/2014/main" val="1519740822"/>
                    </a:ext>
                  </a:extLst>
                </a:gridCol>
                <a:gridCol w="2433606">
                  <a:extLst>
                    <a:ext uri="{9D8B030D-6E8A-4147-A177-3AD203B41FA5}">
                      <a16:colId xmlns:a16="http://schemas.microsoft.com/office/drawing/2014/main" val="27118003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Scenario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Training forget rows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KS p-value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KS statistic </a:t>
                      </a:r>
                      <a:r>
                        <a:rPr lang="en-GB" sz="1200" dirty="0"/>
                        <a:t>↓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7650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Recipient Withdrawal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426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0.455963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0.058685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1844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Donor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1,992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0.001838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0.059237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9956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Hospital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4,314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0.000060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0.049142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75848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Invalid consent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4,148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0.001351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0.041948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2666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Retention expiry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6,262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0.000004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0.045672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6831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Mean KS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-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 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0.050937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833863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B6F4D5C1-5249-017F-AD66-4C25A5A6B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231307"/>
              </p:ext>
            </p:extLst>
          </p:nvPr>
        </p:nvGraphicFramePr>
        <p:xfrm>
          <a:off x="1960619" y="5458081"/>
          <a:ext cx="9745480" cy="12900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6370">
                  <a:extLst>
                    <a:ext uri="{9D8B030D-6E8A-4147-A177-3AD203B41FA5}">
                      <a16:colId xmlns:a16="http://schemas.microsoft.com/office/drawing/2014/main" val="2828028056"/>
                    </a:ext>
                  </a:extLst>
                </a:gridCol>
                <a:gridCol w="2436370">
                  <a:extLst>
                    <a:ext uri="{9D8B030D-6E8A-4147-A177-3AD203B41FA5}">
                      <a16:colId xmlns:a16="http://schemas.microsoft.com/office/drawing/2014/main" val="4170053552"/>
                    </a:ext>
                  </a:extLst>
                </a:gridCol>
                <a:gridCol w="2436370">
                  <a:extLst>
                    <a:ext uri="{9D8B030D-6E8A-4147-A177-3AD203B41FA5}">
                      <a16:colId xmlns:a16="http://schemas.microsoft.com/office/drawing/2014/main" val="1322258768"/>
                    </a:ext>
                  </a:extLst>
                </a:gridCol>
                <a:gridCol w="2436370">
                  <a:extLst>
                    <a:ext uri="{9D8B030D-6E8A-4147-A177-3AD203B41FA5}">
                      <a16:colId xmlns:a16="http://schemas.microsoft.com/office/drawing/2014/main" val="10706947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Scenario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Gradient Difference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Speed Up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3528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Recipient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0.10 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4.07s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39.08×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5785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Donor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0.06 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3.52s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60.04×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1366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Hospital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0.12 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3.96s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31.94×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1498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Invalid consent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0.12 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3.57s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29.78×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2911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Retention expiry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0.18 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3.29s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17.90×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2567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Mean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0.12 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3.68s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35.75×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7169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3596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1CF66C-3130-DECD-68C6-795980B00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F077AE9-16D5-EDE3-CCAA-569DC4E5A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3061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B45AE6B-11B8-A269-677F-32E05C0E0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2AA70BC9-AA84-44FD-8BD5-E7E930DFAC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7CC31FC5-D684-B858-D236-6F92EC847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D866351-6202-3F47-149A-A1EB992D3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A9F06E9-C8AC-4B50-3256-8A4D1B538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4EAEDCDD-79AF-EE96-D9CC-8A0A1B0DB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B1B397EA-2709-4E08-9225-B5D6A0BC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4BBA6BD4-329B-E17F-9798-3165D0CB8F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7182648A-8290-8CE7-49FB-159DF89CBA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10D3E7F7-7661-5A7B-7A87-6673D6175A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1CC69C44-3E88-78B0-5CD6-D2EDBDEC3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F4BA049D-3A3A-F043-CAEE-46811C4CE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C5C91DA7-37E1-9151-C01C-2A4A0310F5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EEEFD3D1-1EB5-DD73-0E87-7E7B81C4B4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2EC86CB1-9E7B-6DFE-0782-527EFCFA9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2ED4EEAA-6549-B7EB-B231-8DCAAEB14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5D9A7E49-20A5-EC8D-17E4-F5E7AAAF08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A7F5BE46-6719-4597-B52B-F332F8DCB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505F21D4-C032-F0B6-249F-1E1AB5A55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433E34A5-0931-FF5A-FF73-213BC6E0F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E936A75-EAB9-0AF6-6757-F942FEA65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075000"/>
          </a:xfrm>
          <a:custGeom>
            <a:avLst/>
            <a:gdLst>
              <a:gd name="connsiteX0" fmla="*/ 0 w 12192000"/>
              <a:gd name="connsiteY0" fmla="*/ 0 h 2075000"/>
              <a:gd name="connsiteX1" fmla="*/ 12192000 w 12192000"/>
              <a:gd name="connsiteY1" fmla="*/ 0 h 2075000"/>
              <a:gd name="connsiteX2" fmla="*/ 12192000 w 12192000"/>
              <a:gd name="connsiteY2" fmla="*/ 558112 h 2075000"/>
              <a:gd name="connsiteX3" fmla="*/ 12192000 w 12192000"/>
              <a:gd name="connsiteY3" fmla="*/ 750237 h 2075000"/>
              <a:gd name="connsiteX4" fmla="*/ 12192000 w 12192000"/>
              <a:gd name="connsiteY4" fmla="*/ 1726055 h 2075000"/>
              <a:gd name="connsiteX5" fmla="*/ 12113803 w 12192000"/>
              <a:gd name="connsiteY5" fmla="*/ 1734338 h 2075000"/>
              <a:gd name="connsiteX6" fmla="*/ 6753597 w 12192000"/>
              <a:gd name="connsiteY6" fmla="*/ 2057895 h 2075000"/>
              <a:gd name="connsiteX7" fmla="*/ 400746 w 12192000"/>
              <a:gd name="connsiteY7" fmla="*/ 1886552 h 2075000"/>
              <a:gd name="connsiteX8" fmla="*/ 0 w 12192000"/>
              <a:gd name="connsiteY8" fmla="*/ 1849576 h 2075000"/>
              <a:gd name="connsiteX9" fmla="*/ 0 w 12192000"/>
              <a:gd name="connsiteY9" fmla="*/ 750237 h 2075000"/>
              <a:gd name="connsiteX10" fmla="*/ 0 w 12192000"/>
              <a:gd name="connsiteY10" fmla="*/ 558112 h 20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075000">
                <a:moveTo>
                  <a:pt x="0" y="0"/>
                </a:moveTo>
                <a:lnTo>
                  <a:pt x="12192000" y="0"/>
                </a:lnTo>
                <a:lnTo>
                  <a:pt x="12192000" y="558112"/>
                </a:lnTo>
                <a:lnTo>
                  <a:pt x="12192000" y="750237"/>
                </a:lnTo>
                <a:lnTo>
                  <a:pt x="12192000" y="1726055"/>
                </a:lnTo>
                <a:lnTo>
                  <a:pt x="12113803" y="1734338"/>
                </a:lnTo>
                <a:cubicBezTo>
                  <a:pt x="10139508" y="1932287"/>
                  <a:pt x="8237152" y="2025290"/>
                  <a:pt x="6753597" y="2057895"/>
                </a:cubicBezTo>
                <a:cubicBezTo>
                  <a:pt x="4940362" y="2097744"/>
                  <a:pt x="2657278" y="2078414"/>
                  <a:pt x="400746" y="1886552"/>
                </a:cubicBezTo>
                <a:lnTo>
                  <a:pt x="0" y="1849576"/>
                </a:lnTo>
                <a:lnTo>
                  <a:pt x="0" y="750237"/>
                </a:lnTo>
                <a:lnTo>
                  <a:pt x="0" y="558112"/>
                </a:lnTo>
                <a:close/>
              </a:path>
            </a:pathLst>
          </a:custGeom>
          <a:solidFill>
            <a:schemeClr val="tx1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1CFC1C-DA79-85FA-430B-44E24A657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20" y="762608"/>
            <a:ext cx="10481519" cy="1003932"/>
          </a:xfrm>
        </p:spPr>
        <p:txBody>
          <a:bodyPr anchor="ctr">
            <a:normAutofit/>
          </a:bodyPr>
          <a:lstStyle/>
          <a:p>
            <a:pPr algn="l"/>
            <a:r>
              <a:rPr lang="en-US" sz="3600" dirty="0">
                <a:solidFill>
                  <a:schemeClr val="accent1"/>
                </a:solidFill>
              </a:rPr>
              <a:t>Comparison of Unlearning Results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2A456F-F2FE-4176-2272-06F400D7E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749304"/>
              </p:ext>
            </p:extLst>
          </p:nvPr>
        </p:nvGraphicFramePr>
        <p:xfrm>
          <a:off x="1412184" y="2515102"/>
          <a:ext cx="931666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9167">
                  <a:extLst>
                    <a:ext uri="{9D8B030D-6E8A-4147-A177-3AD203B41FA5}">
                      <a16:colId xmlns:a16="http://schemas.microsoft.com/office/drawing/2014/main" val="2937741436"/>
                    </a:ext>
                  </a:extLst>
                </a:gridCol>
                <a:gridCol w="2329167">
                  <a:extLst>
                    <a:ext uri="{9D8B030D-6E8A-4147-A177-3AD203B41FA5}">
                      <a16:colId xmlns:a16="http://schemas.microsoft.com/office/drawing/2014/main" val="822158569"/>
                    </a:ext>
                  </a:extLst>
                </a:gridCol>
                <a:gridCol w="2329167">
                  <a:extLst>
                    <a:ext uri="{9D8B030D-6E8A-4147-A177-3AD203B41FA5}">
                      <a16:colId xmlns:a16="http://schemas.microsoft.com/office/drawing/2014/main" val="609569175"/>
                    </a:ext>
                  </a:extLst>
                </a:gridCol>
                <a:gridCol w="2329167">
                  <a:extLst>
                    <a:ext uri="{9D8B030D-6E8A-4147-A177-3AD203B41FA5}">
                      <a16:colId xmlns:a16="http://schemas.microsoft.com/office/drawing/2014/main" val="17219941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Composite Utility </a:t>
                      </a:r>
                      <a:r>
                        <a:rPr lang="en-GB" dirty="0"/>
                        <a:t>↑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 KS </a:t>
                      </a:r>
                      <a:r>
                        <a:rPr lang="en-GB" dirty="0"/>
                        <a:t>↓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Speed-Up </a:t>
                      </a:r>
                      <a:r>
                        <a:rPr lang="en-GB" dirty="0"/>
                        <a:t>↑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920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Full Retraining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r>
                        <a:rPr lang="en-GB" dirty="0"/>
                        <a:t>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11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Fine-Tuning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2.49</a:t>
                      </a:r>
                      <a:r>
                        <a:rPr lang="en-GB" dirty="0"/>
                        <a:t>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209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Gradient Ascent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0.0428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6.67</a:t>
                      </a:r>
                      <a:r>
                        <a:rPr lang="en-GB" dirty="0"/>
                        <a:t>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587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Gradient Difference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0.3404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35.75</a:t>
                      </a:r>
                      <a:r>
                        <a:rPr lang="en-GB" b="1" dirty="0"/>
                        <a:t>×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3421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7EE776D-0E36-5DAB-5C40-31E71F464358}"/>
              </a:ext>
            </a:extLst>
          </p:cNvPr>
          <p:cNvSpPr txBox="1"/>
          <p:nvPr/>
        </p:nvSpPr>
        <p:spPr>
          <a:xfrm>
            <a:off x="1963310" y="4908777"/>
            <a:ext cx="82092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 method performed best across every measure. The results show a trade-off between forgetting effectiveness, retained utility and computational efficiency.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427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0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665" y="0"/>
            <a:ext cx="10268336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F521B8-852A-EEF8-C728-B2BA31A5C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485" y="841375"/>
            <a:ext cx="6230857" cy="1230570"/>
          </a:xfrm>
        </p:spPr>
        <p:txBody>
          <a:bodyPr anchor="t">
            <a:normAutofit/>
          </a:bodyPr>
          <a:lstStyle/>
          <a:p>
            <a:pPr algn="l"/>
            <a:r>
              <a:rPr lang="en-US" sz="3600">
                <a:solidFill>
                  <a:schemeClr val="accent1"/>
                </a:solidFill>
              </a:rPr>
              <a:t>LLM as a Classifier</a:t>
            </a:r>
          </a:p>
        </p:txBody>
      </p:sp>
      <p:sp>
        <p:nvSpPr>
          <p:cNvPr id="67" name="Isosceles Triangle 66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797903" y="954813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46517-E7E7-40BD-38AC-3CACB6E19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0487" y="1762539"/>
            <a:ext cx="5761863" cy="4704522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 dirty="0"/>
              <a:t>Goal: </a:t>
            </a:r>
            <a:br>
              <a:rPr lang="en-US" sz="1600" dirty="0"/>
            </a:br>
            <a:r>
              <a:rPr lang="en-GB" sz="1600" dirty="0"/>
              <a:t>To investigate whether the same machine-unlearning framework can be applied when an LLM is used as the classifier instead of a traditional MLP.</a:t>
            </a:r>
          </a:p>
          <a:p>
            <a:pPr marL="0" indent="0">
              <a:buNone/>
            </a:pPr>
            <a:r>
              <a:rPr lang="en-GB" sz="1600" b="1" dirty="0"/>
              <a:t>Why Qwen?</a:t>
            </a:r>
            <a:br>
              <a:rPr lang="en-GB" sz="1600" dirty="0"/>
            </a:br>
            <a:r>
              <a:rPr lang="en-GB" sz="1600" dirty="0"/>
              <a:t>Qwen is a pre-trained LLM and very different to the small MLP used in other experiments. Using Qwen allows the study to test whether machine-unlearning methods can also be applied to a larger, pre-trained model, where retraining can be much more computationally expensive.</a:t>
            </a:r>
          </a:p>
          <a:p>
            <a:pPr marL="0" indent="0">
              <a:buNone/>
            </a:pPr>
            <a:r>
              <a:rPr lang="en-GB" sz="1600" b="1" dirty="0"/>
              <a:t>Why </a:t>
            </a:r>
            <a:r>
              <a:rPr lang="en-GB" sz="1600" b="1" dirty="0" err="1"/>
              <a:t>LoRA</a:t>
            </a:r>
            <a:r>
              <a:rPr lang="en-GB" sz="1600" b="1" dirty="0"/>
              <a:t>?</a:t>
            </a:r>
            <a:br>
              <a:rPr lang="en-GB" sz="1600" b="1" dirty="0"/>
            </a:br>
            <a:r>
              <a:rPr lang="en-GB" sz="1600" dirty="0" err="1"/>
              <a:t>LoRA</a:t>
            </a:r>
            <a:r>
              <a:rPr lang="en-GB" sz="1600" dirty="0"/>
              <a:t> (Low-Rank Adaptation) freezes the pre-trained Qwen model and trains only a small set of additional </a:t>
            </a:r>
            <a:r>
              <a:rPr lang="en-GB" sz="1600" dirty="0" err="1"/>
              <a:t>paramteres</a:t>
            </a:r>
            <a:r>
              <a:rPr lang="en-GB" sz="1600" dirty="0"/>
              <a:t>, along with the classification head, making training faster and more computationally feasible while still allowing Qwen to adapt to the classification task.</a:t>
            </a:r>
            <a:endParaRPr lang="en-US" sz="16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218D756-99A5-89F9-A556-1CA6487BC1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1249086"/>
              </p:ext>
            </p:extLst>
          </p:nvPr>
        </p:nvGraphicFramePr>
        <p:xfrm>
          <a:off x="8864600" y="485775"/>
          <a:ext cx="3019016" cy="5981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Curved Left Arrow 4">
            <a:extLst>
              <a:ext uri="{FF2B5EF4-FFF2-40B4-BE49-F238E27FC236}">
                <a16:creationId xmlns:a16="http://schemas.microsoft.com/office/drawing/2014/main" id="{92666626-C918-8BE8-0F27-103330AF03DE}"/>
              </a:ext>
            </a:extLst>
          </p:cNvPr>
          <p:cNvSpPr/>
          <p:nvPr/>
        </p:nvSpPr>
        <p:spPr>
          <a:xfrm rot="10800000">
            <a:off x="8671334" y="3208337"/>
            <a:ext cx="892967" cy="2075315"/>
          </a:xfrm>
          <a:prstGeom prst="curvedLeftArrow">
            <a:avLst>
              <a:gd name="adj1" fmla="val 25000"/>
              <a:gd name="adj2" fmla="val 55727"/>
              <a:gd name="adj3" fmla="val 230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689943-63CA-058D-F8A3-D3C250CEDF19}"/>
              </a:ext>
            </a:extLst>
          </p:cNvPr>
          <p:cNvSpPr txBox="1"/>
          <p:nvPr/>
        </p:nvSpPr>
        <p:spPr>
          <a:xfrm>
            <a:off x="8810445" y="3907173"/>
            <a:ext cx="8929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Repeat over training epochs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19196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03EEC1-4CD7-67F6-29B8-119ED5ED0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DF1890-F7B0-DBC4-6295-3E9611D41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824" y="6419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535EBFD-BB59-771D-D8C7-D5F94DEF6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9F992B0C-9EF8-C222-6C42-9FCD57B23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33032D6-D23E-4B0A-A932-65417829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A603C72-88F9-A809-1BF0-6926A6EF3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819955F6-3B89-D159-CE9C-7FE366C19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9D2A434D-C171-6840-63DD-893874C66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897F8C78-0E09-3CF6-9D8E-48934F9FB1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4002FEF-3D1F-722D-9B24-C3DED8A0E2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0C7147B-5726-1A0E-3062-0E4432C49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5F9DC487-361B-1BFB-7028-352C80FA1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63D9EC2A-D204-A2BA-34B7-1343E5FE6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3A240EA5-671A-217D-2FEA-BE3676DFCC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227BD381-545B-A44E-14AA-61037B94F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CBDD01BD-90ED-F26A-9204-EC7FD66C1A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75CA63F5-A232-FBE5-A7AD-B38F4E5E15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77BA0E4-C01F-0B98-BFDE-51F609493C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2F4CC324-9675-1500-5F80-E66401038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DD2A660B-5F37-1F0F-9E13-BA5713D2D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F6EF69FD-8BA3-828F-1676-1221CF50D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F28AF92B-1890-5B4A-461B-46ABC673B7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83012884-4668-D015-F43D-7FD783774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FD7E1089-D3FA-8B5E-4A8A-D401770AF0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D991E4D2-1F0F-EA41-A07C-F1084F914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75225" y="1331697"/>
            <a:ext cx="193249" cy="166594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BFBDE5-F26D-CE7E-3C54-C978AA1F90D2}"/>
              </a:ext>
            </a:extLst>
          </p:cNvPr>
          <p:cNvSpPr txBox="1"/>
          <p:nvPr/>
        </p:nvSpPr>
        <p:spPr>
          <a:xfrm>
            <a:off x="482577" y="167890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Utility: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6E897C-0542-E5CC-0A46-E8F7DE6FB401}"/>
              </a:ext>
            </a:extLst>
          </p:cNvPr>
          <p:cNvSpPr txBox="1"/>
          <p:nvPr/>
        </p:nvSpPr>
        <p:spPr>
          <a:xfrm>
            <a:off x="252288" y="3898229"/>
            <a:ext cx="1337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Forgetting: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799408-EDA0-93C7-C169-D9F87EF6D2B8}"/>
              </a:ext>
            </a:extLst>
          </p:cNvPr>
          <p:cNvSpPr txBox="1"/>
          <p:nvPr/>
        </p:nvSpPr>
        <p:spPr>
          <a:xfrm>
            <a:off x="255620" y="5518150"/>
            <a:ext cx="1306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Efficiency: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8FA58D-8C49-192A-4EF4-382F1D52581E}"/>
              </a:ext>
            </a:extLst>
          </p:cNvPr>
          <p:cNvSpPr txBox="1"/>
          <p:nvPr/>
        </p:nvSpPr>
        <p:spPr>
          <a:xfrm>
            <a:off x="1504013" y="312492"/>
            <a:ext cx="9150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+mj-lt"/>
              </a:rPr>
              <a:t>LLM as a Classifier – Gradient Difference: Results</a:t>
            </a:r>
          </a:p>
        </p:txBody>
      </p:sp>
      <p:graphicFrame>
        <p:nvGraphicFramePr>
          <p:cNvPr id="35" name="Content Placeholder 34">
            <a:extLst>
              <a:ext uri="{FF2B5EF4-FFF2-40B4-BE49-F238E27FC236}">
                <a16:creationId xmlns:a16="http://schemas.microsoft.com/office/drawing/2014/main" id="{7FBEF902-2291-74B6-321F-B48D0116DB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7433176"/>
              </p:ext>
            </p:extLst>
          </p:nvPr>
        </p:nvGraphicFramePr>
        <p:xfrm>
          <a:off x="1608263" y="1713555"/>
          <a:ext cx="9720137" cy="15418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0831">
                  <a:extLst>
                    <a:ext uri="{9D8B030D-6E8A-4147-A177-3AD203B41FA5}">
                      <a16:colId xmlns:a16="http://schemas.microsoft.com/office/drawing/2014/main" val="1705661751"/>
                    </a:ext>
                  </a:extLst>
                </a:gridCol>
                <a:gridCol w="1510505">
                  <a:extLst>
                    <a:ext uri="{9D8B030D-6E8A-4147-A177-3AD203B41FA5}">
                      <a16:colId xmlns:a16="http://schemas.microsoft.com/office/drawing/2014/main" val="2041314575"/>
                    </a:ext>
                  </a:extLst>
                </a:gridCol>
                <a:gridCol w="1138044">
                  <a:extLst>
                    <a:ext uri="{9D8B030D-6E8A-4147-A177-3AD203B41FA5}">
                      <a16:colId xmlns:a16="http://schemas.microsoft.com/office/drawing/2014/main" val="3591755503"/>
                    </a:ext>
                  </a:extLst>
                </a:gridCol>
                <a:gridCol w="1306350">
                  <a:extLst>
                    <a:ext uri="{9D8B030D-6E8A-4147-A177-3AD203B41FA5}">
                      <a16:colId xmlns:a16="http://schemas.microsoft.com/office/drawing/2014/main" val="603275368"/>
                    </a:ext>
                  </a:extLst>
                </a:gridCol>
                <a:gridCol w="1143980">
                  <a:extLst>
                    <a:ext uri="{9D8B030D-6E8A-4147-A177-3AD203B41FA5}">
                      <a16:colId xmlns:a16="http://schemas.microsoft.com/office/drawing/2014/main" val="2418016743"/>
                    </a:ext>
                  </a:extLst>
                </a:gridCol>
                <a:gridCol w="1193535">
                  <a:extLst>
                    <a:ext uri="{9D8B030D-6E8A-4147-A177-3AD203B41FA5}">
                      <a16:colId xmlns:a16="http://schemas.microsoft.com/office/drawing/2014/main" val="1085287481"/>
                    </a:ext>
                  </a:extLst>
                </a:gridCol>
                <a:gridCol w="883959">
                  <a:extLst>
                    <a:ext uri="{9D8B030D-6E8A-4147-A177-3AD203B41FA5}">
                      <a16:colId xmlns:a16="http://schemas.microsoft.com/office/drawing/2014/main" val="3993102420"/>
                    </a:ext>
                  </a:extLst>
                </a:gridCol>
                <a:gridCol w="1072933">
                  <a:extLst>
                    <a:ext uri="{9D8B030D-6E8A-4147-A177-3AD203B41FA5}">
                      <a16:colId xmlns:a16="http://schemas.microsoft.com/office/drawing/2014/main" val="1226332964"/>
                    </a:ext>
                  </a:extLst>
                </a:gridCol>
              </a:tblGrid>
              <a:tr h="3563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Scenario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Model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PR-AUC </a:t>
                      </a:r>
                      <a:r>
                        <a:rPr lang="en-GB" sz="1100" dirty="0"/>
                        <a:t>↑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Balanced Accuracy </a:t>
                      </a:r>
                      <a:r>
                        <a:rPr lang="en-GB" sz="1100" dirty="0"/>
                        <a:t>↑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BCE </a:t>
                      </a:r>
                      <a:r>
                        <a:rPr lang="en-GB" sz="1100" dirty="0"/>
                        <a:t>↓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F1 </a:t>
                      </a:r>
                      <a:r>
                        <a:rPr lang="en-GB" sz="1100" dirty="0"/>
                        <a:t>↑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AUROC </a:t>
                      </a:r>
                      <a:r>
                        <a:rPr lang="en-GB" sz="1100" dirty="0"/>
                        <a:t>↑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Composite Utility </a:t>
                      </a:r>
                      <a:r>
                        <a:rPr lang="en-GB" sz="1100" dirty="0"/>
                        <a:t>↑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1447301996"/>
                  </a:ext>
                </a:extLst>
              </a:tr>
              <a:tr h="172993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Baseline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MLP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0.1694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0.6609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0.6049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0.2675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0.7495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0.3491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2672152322"/>
                  </a:ext>
                </a:extLst>
              </a:tr>
              <a:tr h="1970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Qwen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0.0799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0.4745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0.4207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0.0973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0.5359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0.1767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3245449003"/>
                  </a:ext>
                </a:extLst>
              </a:tr>
              <a:tr h="197039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Full Retraining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00" dirty="0">
                          <a:effectLst/>
                        </a:rPr>
                        <a:t>MLP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0.1762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0.6419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0.5904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0.2492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0.7440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0.3474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3167075674"/>
                  </a:ext>
                </a:extLst>
              </a:tr>
              <a:tr h="197039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00" dirty="0">
                          <a:effectLst/>
                        </a:rPr>
                        <a:t>Qwen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0.0983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0.6199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1.5801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0.1796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0.6286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0.2101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3514553507"/>
                  </a:ext>
                </a:extLst>
              </a:tr>
              <a:tr h="197039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Unlearning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00" dirty="0">
                          <a:effectLst/>
                        </a:rPr>
                        <a:t>MLP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0.1736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0.6365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0.5734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0.2518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0.7392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0.3465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1021834545"/>
                  </a:ext>
                </a:extLst>
              </a:tr>
              <a:tr h="197039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00" dirty="0">
                          <a:effectLst/>
                        </a:rPr>
                        <a:t>Qwen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0.0755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0.5899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1.5027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0.1614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0.5242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0.1816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396731095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358C8601-F9C5-56CA-44B7-04200CC116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95947"/>
              </p:ext>
            </p:extLst>
          </p:nvPr>
        </p:nvGraphicFramePr>
        <p:xfrm>
          <a:off x="1632889" y="3974586"/>
          <a:ext cx="9734424" cy="5788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3606">
                  <a:extLst>
                    <a:ext uri="{9D8B030D-6E8A-4147-A177-3AD203B41FA5}">
                      <a16:colId xmlns:a16="http://schemas.microsoft.com/office/drawing/2014/main" val="22282799"/>
                    </a:ext>
                  </a:extLst>
                </a:gridCol>
                <a:gridCol w="2433606">
                  <a:extLst>
                    <a:ext uri="{9D8B030D-6E8A-4147-A177-3AD203B41FA5}">
                      <a16:colId xmlns:a16="http://schemas.microsoft.com/office/drawing/2014/main" val="1792545196"/>
                    </a:ext>
                  </a:extLst>
                </a:gridCol>
                <a:gridCol w="2433606">
                  <a:extLst>
                    <a:ext uri="{9D8B030D-6E8A-4147-A177-3AD203B41FA5}">
                      <a16:colId xmlns:a16="http://schemas.microsoft.com/office/drawing/2014/main" val="1519740822"/>
                    </a:ext>
                  </a:extLst>
                </a:gridCol>
                <a:gridCol w="2433606">
                  <a:extLst>
                    <a:ext uri="{9D8B030D-6E8A-4147-A177-3AD203B41FA5}">
                      <a16:colId xmlns:a16="http://schemas.microsoft.com/office/drawing/2014/main" val="27118003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Classifier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Training forget rows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KS p-value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KS statistic </a:t>
                      </a:r>
                      <a:r>
                        <a:rPr lang="en-GB" sz="1200" dirty="0"/>
                        <a:t>↓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7650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MLP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4,314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0.000060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0.049142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75848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/>
                        <a:t>Qwen + </a:t>
                      </a:r>
                      <a:r>
                        <a:rPr lang="en-GB" sz="1200" dirty="0" err="1"/>
                        <a:t>LoRA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/>
                        <a:t>228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/>
                        <a:t>0.029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/>
                        <a:t>0.1360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2299676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FC5BB9EA-A18E-5167-9298-3A772AA73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013"/>
              </p:ext>
            </p:extLst>
          </p:nvPr>
        </p:nvGraphicFramePr>
        <p:xfrm>
          <a:off x="1632889" y="5471096"/>
          <a:ext cx="9745480" cy="5788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6370">
                  <a:extLst>
                    <a:ext uri="{9D8B030D-6E8A-4147-A177-3AD203B41FA5}">
                      <a16:colId xmlns:a16="http://schemas.microsoft.com/office/drawing/2014/main" val="2828028056"/>
                    </a:ext>
                  </a:extLst>
                </a:gridCol>
                <a:gridCol w="2436370">
                  <a:extLst>
                    <a:ext uri="{9D8B030D-6E8A-4147-A177-3AD203B41FA5}">
                      <a16:colId xmlns:a16="http://schemas.microsoft.com/office/drawing/2014/main" val="4170053552"/>
                    </a:ext>
                  </a:extLst>
                </a:gridCol>
                <a:gridCol w="2436370">
                  <a:extLst>
                    <a:ext uri="{9D8B030D-6E8A-4147-A177-3AD203B41FA5}">
                      <a16:colId xmlns:a16="http://schemas.microsoft.com/office/drawing/2014/main" val="1322258768"/>
                    </a:ext>
                  </a:extLst>
                </a:gridCol>
                <a:gridCol w="2436370">
                  <a:extLst>
                    <a:ext uri="{9D8B030D-6E8A-4147-A177-3AD203B41FA5}">
                      <a16:colId xmlns:a16="http://schemas.microsoft.com/office/drawing/2014/main" val="10706947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Classifier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Gradient Difference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Speed Up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3528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MLP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0.12 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3.96s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31.94×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1498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/>
                        <a:t>Qwen + </a:t>
                      </a:r>
                      <a:r>
                        <a:rPr lang="en-GB" sz="1200" dirty="0" err="1"/>
                        <a:t>LoRA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/>
                        <a:t>44.98 s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/>
                        <a:t>1,231.85 s (~20.5 min)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/>
                        <a:t>27.38×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1642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884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BDFEA-8452-3127-4043-CB8AECD6F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 and 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66F56-B53A-379A-63BB-49D287F6B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14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8D9A5-C803-E210-47A7-5BA3EB55C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21E3C-0809-7258-E706-1F0D13D8D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 </a:t>
            </a:r>
            <a:r>
              <a:rPr lang="en-US" dirty="0" err="1"/>
              <a:t>llm</a:t>
            </a:r>
            <a:r>
              <a:rPr lang="en-US" dirty="0"/>
              <a:t> as class in collab and use 3.5 2B version of QWEN </a:t>
            </a:r>
          </a:p>
          <a:p>
            <a:r>
              <a:rPr lang="en-US" dirty="0"/>
              <a:t>Use </a:t>
            </a:r>
            <a:r>
              <a:rPr lang="en-US" dirty="0" err="1"/>
              <a:t>unsloth</a:t>
            </a:r>
            <a:r>
              <a:rPr lang="en-US" dirty="0"/>
              <a:t> to speed training </a:t>
            </a:r>
          </a:p>
        </p:txBody>
      </p:sp>
    </p:spTree>
    <p:extLst>
      <p:ext uri="{BB962C8B-B14F-4D97-AF65-F5344CB8AC3E}">
        <p14:creationId xmlns:p14="http://schemas.microsoft.com/office/powerpoint/2010/main" val="2046112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7319-BE4A-7949-CDAD-E9119747B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C3BEA-E862-4886-6DF1-E0484DFB6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project set up – why is it important – news articles</a:t>
            </a:r>
          </a:p>
          <a:p>
            <a:r>
              <a:rPr lang="en-US" dirty="0"/>
              <a:t>Once well motivated </a:t>
            </a:r>
          </a:p>
          <a:p>
            <a:r>
              <a:rPr lang="en-US" dirty="0"/>
              <a:t>Explain what unlearning is and </a:t>
            </a:r>
            <a:r>
              <a:rPr lang="en-US" dirty="0" err="1"/>
              <a:t>hwo</a:t>
            </a:r>
            <a:r>
              <a:rPr lang="en-US" dirty="0"/>
              <a:t> we </a:t>
            </a:r>
            <a:r>
              <a:rPr lang="en-US" dirty="0" err="1"/>
              <a:t>wil</a:t>
            </a:r>
            <a:r>
              <a:rPr lang="en-US" dirty="0"/>
              <a:t> achieve this </a:t>
            </a:r>
          </a:p>
          <a:p>
            <a:r>
              <a:rPr lang="en-US" dirty="0"/>
              <a:t>How we synthesized the </a:t>
            </a:r>
            <a:r>
              <a:rPr lang="en-US" dirty="0" err="1"/>
              <a:t>dfata</a:t>
            </a:r>
            <a:endParaRPr lang="en-US" dirty="0"/>
          </a:p>
          <a:p>
            <a:r>
              <a:rPr lang="en-US" dirty="0"/>
              <a:t>Methods – tofu paper is organized – utilize this schema</a:t>
            </a:r>
          </a:p>
          <a:p>
            <a:r>
              <a:rPr lang="en-US" dirty="0" err="1"/>
              <a:t>Unlearnign</a:t>
            </a:r>
            <a:r>
              <a:rPr lang="en-US" dirty="0"/>
              <a:t> and </a:t>
            </a:r>
            <a:r>
              <a:rPr lang="en-US" dirty="0" err="1"/>
              <a:t>itlity</a:t>
            </a:r>
            <a:r>
              <a:rPr lang="en-US" dirty="0"/>
              <a:t> </a:t>
            </a:r>
          </a:p>
          <a:p>
            <a:r>
              <a:rPr lang="en-US" dirty="0"/>
              <a:t>Experimental results of just classifier</a:t>
            </a:r>
          </a:p>
          <a:p>
            <a:r>
              <a:rPr lang="en-US" dirty="0"/>
              <a:t>Explain why we move to </a:t>
            </a:r>
            <a:r>
              <a:rPr lang="en-US" dirty="0" err="1"/>
              <a:t>llms</a:t>
            </a:r>
            <a:r>
              <a:rPr lang="en-US" dirty="0"/>
              <a:t> </a:t>
            </a:r>
          </a:p>
          <a:p>
            <a:r>
              <a:rPr lang="en-US" dirty="0"/>
              <a:t>Results f </a:t>
            </a:r>
            <a:r>
              <a:rPr lang="en-US" dirty="0" err="1"/>
              <a:t>llms</a:t>
            </a:r>
            <a:r>
              <a:rPr lang="en-US" dirty="0"/>
              <a:t> – and explain these </a:t>
            </a:r>
          </a:p>
          <a:p>
            <a:r>
              <a:rPr lang="en-US" dirty="0"/>
              <a:t>Conclusion – overarching what we learned </a:t>
            </a:r>
          </a:p>
        </p:txBody>
      </p:sp>
    </p:spTree>
    <p:extLst>
      <p:ext uri="{BB962C8B-B14F-4D97-AF65-F5344CB8AC3E}">
        <p14:creationId xmlns:p14="http://schemas.microsoft.com/office/powerpoint/2010/main" val="3826947014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3876</TotalTime>
  <Words>4271</Words>
  <Application>Microsoft Macintosh PowerPoint</Application>
  <PresentationFormat>Widescreen</PresentationFormat>
  <Paragraphs>1073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Calibri Light</vt:lpstr>
      <vt:lpstr>Rockwell</vt:lpstr>
      <vt:lpstr>Wingdings</vt:lpstr>
      <vt:lpstr>Atlas</vt:lpstr>
      <vt:lpstr>Forget Me Not: Evaluating Machine Unlearning Across Tabular Data Deletion Scenarios</vt:lpstr>
      <vt:lpstr>What is Machine Unlearning?</vt:lpstr>
      <vt:lpstr>Dataset &amp; Classification</vt:lpstr>
      <vt:lpstr>Model Training</vt:lpstr>
      <vt:lpstr>Retain-Set Fine-Tuning</vt:lpstr>
      <vt:lpstr>PowerPoint Presentation</vt:lpstr>
      <vt:lpstr>Gradient Ascent</vt:lpstr>
      <vt:lpstr>PowerPoint Presentation</vt:lpstr>
      <vt:lpstr>Gradient Difference</vt:lpstr>
      <vt:lpstr>PowerPoint Presentation</vt:lpstr>
      <vt:lpstr>Comparison of Unlearning Results</vt:lpstr>
      <vt:lpstr>LLM as a Classifier</vt:lpstr>
      <vt:lpstr>PowerPoint Presentation</vt:lpstr>
      <vt:lpstr>Conclusions and Research questions</vt:lpstr>
      <vt:lpstr>Limitations and 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Niamh Hughes</dc:creator>
  <cp:lastModifiedBy>Niamh Hughes</cp:lastModifiedBy>
  <cp:revision>2</cp:revision>
  <dcterms:created xsi:type="dcterms:W3CDTF">2026-08-25T17:02:31Z</dcterms:created>
  <dcterms:modified xsi:type="dcterms:W3CDTF">2026-09-08T07:54:04Z</dcterms:modified>
</cp:coreProperties>
</file>