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51"/>
    <p:restoredTop sz="56954"/>
  </p:normalViewPr>
  <p:slideViewPr>
    <p:cSldViewPr snapToGrid="0">
      <p:cViewPr>
        <p:scale>
          <a:sx n="97" d="100"/>
          <a:sy n="97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3:35:42.59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8195 6503 24575,'-12'0'0,"-5"0"0,-10 0 0,-4 0 0,-5 0 0,-5 0 0,-3 0 0,-9 0 0,-2 0 0,1 0 0,-1 0 0,24 0 0,0 0 0,-21 0 0,22 0 0,0 0 0,-17 0 0,2 0 0,3 0 0,2 0 0,7 2 0,-3 0 0,4 2 0,-4 2 0,2-1 0,3 0 0,2 0 0,5 0 0,4 1 0,3 1 0,2 2 0,1 2 0,-1 3 0,2 0 0,0 6 0,-1 0 0,2 2 0,-5 4 0,5-1 0,-3 3 0,7-6 0,-1 2 0,3-2 0,0 6 0,0 3 0,1 2 0,1 1 0,-1 1 0,1 1 0,1 0 0,2 3 0,1 1 0,0 6 0,0-5 0,0 4 0,0-8 0,0 2 0,0 0 0,0 3 0,0-7 0,0 3 0,0-2 0,0 7 0,0 4 0,0 3 0,0 5 0,0-27 0,1 1 0,0 0 0,1-1 0,3 27 0,0-4 0,0-3 0,-1-19 0,-2 0 0,1 20 0,4 5 0,-3-10 0,0-6 0,2 3 0,-1-3 0,1-1 0,1-6 0,0 3 0,2-3 0,1 5 0,1 0 0,1-1 0,0-3 0,2-1 0,2-1 0,4 1 0,2-1 0,2-2 0,4 3 0,-4-9 0,3 2 0,-5-7 0,1-4 0,1 1 0,1-2 0,-4-3 0,4 2 0,-3-2 0,6 3 0,3-2 0,0 1 0,1-3 0,-1-1 0,1-1 0,1-1 0,1 0 0,-1-2 0,11-2 0,-9-1 0,9 0 0,-12 0 0,4 0 0,-2 0 0,2-4 0,0 1 0,-9-4 0,1 1 0,-5 1 0,2 0 0,-1-2 0,-1 2 0,-1-1 0,1 0 0,-2 0 0,0 0 0,-1 0 0,-3 1 0,3-4 0,-7 3 0,3-2 0,-6 4 0,0 1 0,1-1 0,-1 0 0,-2 0 0,2 1 0,-1 0 0,2-2 0,3-1 0,0-2 0,1 1 0,2-2 0,-1 0 0,1-1 0,0-1 0,-2 0 0,3-5 0,-3 3 0,2-6 0,-3 8 0,1-2 0,-1 2 0,-1-2 0,-2 3 0,0-3 0,-1 2 0,2-2 0,0-2 0,-1 0 0,-1 0 0,1-2 0,0 2 0,0-1 0,0-1 0,-1-2 0,2-5 0,-4 1 0,4-6 0,-5 3 0,4-2 0,-4 0 0,4-4 0,-4-1 0,2 5 0,-4-3 0,1 2 0,0-7 0,-2-4 0,0 0 0,-1 0 0,1 3 0,-1-1 0,-1 0 0,0 2 0,0 0 0,2-10 0,-2 7 0,1-12 0,-3 12 0,0-2 0,0 1 0,0 0 0,0 6 0,0-2 0,0 1 0,0-5 0,0-3 0,0-1 0,0 0 0,0-1 0,0-2 0,-1 3 0,-3-1 0,-2 3 0,-4-5 0,-1 7 0,-2-1 0,1 9 0,0 4 0,-1-2 0,-2 2 0,0-1 0,0 5 0,0-1 0,0 3 0,-4-3 0,-2 0 0,-3 2 0,-3 2 0,-1 3 0,-1 2 0,1 3 0,-1 3 0,2 1 0,-6 0 0,10 5 0,-4 0 0,10 3 0,-2-1 0,5 1 0,-1 0 0,4 1 0,0 0 0,3 0 0,-3 0 0,-1-2 0,0 1 0,0-2 0,1 0 0,-1-1 0,-1-2 0,-2 1 0,-2-1 0,-7-3 0,4 0 0,-5-1 0,9 3 0,7 3 0,4 1 0,4 2 0</inkml:trace>
  <inkml:trace contextRef="#ctx0" brushRef="#br0" timeOffset="4600">10925 6421 24575,'-17'0'0,"-7"0"0,-12 0 0,-12 0 0,-3 0 0,-2 0 0,4 0 0,4 0 0,2 0 0,3 4 0,-10 7 0,7 2 0,-8 7 0,8-6 0,4 0 0,2-1 0,5-2 0,7 1 0,6-2 0,4 1 0,5 1 0,-2 1 0,1 3 0,0 0 0,0 2 0,0 1 0,0 1 0,-1 1 0,2 0 0,0 2 0,0 7 0,2-4 0,0 5 0,2-5 0,3-1 0,1-1 0,-1 4 0,2-8 0,-1 5 0,0-3 0,1 7 0,-1 2 0,0 3 0,2 3 0,0 3 0,0 2 0,0 2 0,0 0 0,0-2 0,0-14 0,0 1 0,0 16 0,0-16 0,0-1 0,0 18 0,0 0 0,0 5 0,0-1 0,0-1 0,0-9 0,0-4 0,0-7 0,0 5 0,0-1 0,0-2 0,0-1 0,0-3 0,0 1 0,0-1 0,0-2 0,0 1 0,0 9 0,0-2 0,0 10 0,0-5 0,0 0 0,3 4 0,-1 2 0,3-6 0,-3 2 0,2-3 0,0 3 0,2 1 0,2-5 0,1-3 0,1-4 0,2-3 0,1 0 0,2 0 0,2-2 0,7 7 0,-2-8 0,5 4 0,-8-8 0,2-2 0,-3-4 0,1 0 0,-5-4 0,0 1 0,-2-2 0,0 0 0,2-2 0,-1-1 0,0-3 0,1-1 0,2 0 0,1-1 0,3 0 0,2 0 0,9 0 0,1 0 0,5 0 0,-5 0 0,1 0 0,-2-1 0,-3-2 0,0-2 0,-9 0 0,2-1 0,-2 0 0,0 0 0,2-1 0,-3 0 0,0 1 0,0 0 0,0 0 0,0-1 0,-1 0 0,0 0 0,3-4 0,-4 2 0,4-4 0,-5 0 0,3-3 0,1-3 0,5-4 0,-3 1 0,4-2 0,-4 2 0,0-1 0,-2 1 0,-3 4 0,-2 0 0,-3 1 0,-1-1 0,-2-4 0,0-4 0,0-5 0,2-16 0,-1 3 0,-4 17 0,0-1 0,2-23 0,3 1 0,-3-5 0,3 5 0,-4 8 0,-2 4 0,0 5 0,0-3 0,-1-4 0,-1-1 0,1-1 0,-2-2 0,1 2 0,-2-1 0,0 3 0,0 2 0,0-7 0,0 8 0,0-8 0,0 8 0,0 0 0,0-1 0,0 1 0,0-1 0,0 7 0,0-5 0,-2 2 0,-2-6 0,-3-2 0,-1 2 0,-2-1 0,-3 1 0,-1-2 0,-2 0 0,0 2 0,1 0 0,-7-4 0,4 5 0,-5-3 0,8 7 0,-2 6 0,4-1 0,-1 5 0,4 4 0,0 0 0,1 3 0,-2-3 0,-1 0 0,1 0 0,0-1 0,-1 0 0,1 1 0,-1 1 0,1 1 0,0 1 0,-6-1 0,0 2 0,-7-2 0,1 6 0,3 2 0,2 2 0,6 5 0,3-1 0,6 5 0,1-1 0</inkml:trace>
  <inkml:trace contextRef="#ctx0" brushRef="#br0" timeOffset="8982">12028 6623 24575,'-36'0'0,"-3"0"0,-6 0 0,-1 0 0,-2-2 0,1-4 0,0-4 0,1-1 0,-2-1 0,0 2 0,20 6 0,-1 1 0,-16-4 0,-2 4 0,12 1 0,3 2 0,-1 0 0,3 0 0,8 0 0,0 0 0,6 0 0,1 2 0,2 2 0,3 5 0,2 4 0,2 2 0,1 3 0,1 2 0,1 1 0,0 1 0,-2 8 0,0-2 0,1 6 0,1-1 0,3 0 0,0 2 0,0-3 0,0-5 0,-2-1 0,0-2 0,-1 4 0,-1 1 0,0 1 0,0 0 0,0 2 0,1 0 0,1 2 0,1 1 0,0 3 0,1 13 0,0-5 0,0 8 0,0-11 0,0 0 0,0 0 0,0-1 0,0 5 0,0-10 0,0 12 0,0-2 0,0-18 0,0 0 0,0 2 0,0 0 0,0 0 0,0 0 0,0-1 0,0 0 0,1 0 0,0-2 0,0 1 0,1-1 0,3 25 0,2-4 0,0-3 0,3 5 0,-2-11 0,-1 4 0,-2-14 0,-1-2 0,-1-1 0,1-1 0,-1-3 0,0 1 0,1 1 0,1 4 0,1 4 0,2 2 0,1 0 0,2-1 0,1-2 0,1-1 0,3-1 0,5-1 0,10 1 0,-1-6 0,5 0 0,-3-7 0,-1-2 0,-3-1 0,-2-2 0,-3-5 0,-4-2 0,2-3 0,-3-2 0,4 0 0,3 0 0,1 0 0,2 0 0,4 0 0,0 0 0,1 0 0,0-2 0,-1-1 0,-3-1 0,4-4 0,-2-2 0,3-2 0,0 1 0,-2 1 0,-3-1 0,-2 3 0,-5 0 0,-1 1 0,-2 0 0,2 0 0,1-3 0,-2 0 0,-2-1 0,-1-1 0,-1-2 0,-2-2 0,-2-4 0,0-1 0,2-12 0,-1 5 0,4-8 0,-4 6 0,1 0 0,1 0 0,-3 1 0,1 4 0,-3 0 0,0 1 0,1-3 0,0-1 0,-2 3 0,0-2 0,-2 2 0,0 0 0,-2 0 0,0 0 0,-2 1 0,2-9 0,0 4 0,1-8 0,-2 3 0,0-4 0,-1-3 0,0 1 0,-1-6 0,-1 10 0,-1-8 0,0 3 0,0-6 0,0-2 0,0 3 0,0 1 0,0 1 0,0 2 0,0 2 0,0-2 0,0 3 0,0 3 0,0-4 0,-1 6 0,-2-9 0,-3 4 0,-2-1 0,-2-1 0,1 3 0,-1 1 0,1 0 0,0 4 0,-1-5 0,0 1 0,1-1 0,0 2 0,1 3 0,-1 4 0,0 2 0,0 3 0,-1 1 0,-6-6 0,-2 6 0,-6-6 0,2 7 0,1 2 0,0 3 0,1 5 0,2 5 0,-1-1 0,2 2 0,-5-1 0,1 1 0,1 0 0,3 1 0,3 1 0,1 0 0,3 1 0,0 2 0,5 0 0,1 1 0</inkml:trace>
  <inkml:trace contextRef="#ctx0" brushRef="#br0" timeOffset="14553">22369 6153 24575,'-12'2'0,"-2"0"0,1-2 0,-4 0 0,5 0 0,1 0 0,3 0 0,3 0 0,-5 0 0,-9 0 0,-24 7 0,-5 4 0,16-3 0,-1 1 0,5 1 0,1 1 0,-1-1 0,2 0 0,-22 9 0,1 1 0,10-2 0,3-3 0,8 0 0,3-4 0,0 1 0,0 0 0,1-2 0,1 0 0,-1 0 0,-1-1 0,-2 0 0,0 1 0,-1 0 0,-2 5 0,-1-2 0,-1 4 0,2-1 0,1 4 0,-2 1 0,2 0 0,-1 1 0,10-8 0,-4 3 0,6-4 0,-2 2 0,1-1 0,2-2 0,3 0 0,0 0 0,2 0 0,2 3 0,1 1 0,2 4 0,-3 16 0,4 3 0,-4 13 0,6-21 0,-1 0 0,0 3 0,0 2 0,0 5 0,0 2 0,0 2 0,1-2 0,1-5 0,0-1 0,-1 2 0,1-1 0,1-6 0,0-1 0,0 2 0,0 0 0,0-2 0,0 0 0,0-3 0,0 0 0,0 23 0,2 3 0,3 1 0,-2-26 0,1 0 0,1 1 0,0-1 0,0 1 0,1 0 0,0 5 0,2 1 0,-2-6 0,0-1 0,2 4 0,0-2 0,6 21 0,5-4 0,6 1 0,-10-25 0,2 0 0,2 1 0,2-1 0,14 18 0,-14-20 0,0 0 0,18 15 0,-17-17 0,-1-1 0,2-1 0,-1-2 0,17 10 0,-2-5 0,-3-5 0,0-2 0,4 1 0,0 0 0,2-1 0,-13-5 0,0 0 0,20 4 0,-17-6 0,-1 0 0,22 6 0,-3-3 0,0 2 0,-2-1 0,1-1 0,-8-5 0,5 1 0,-4-4 0,10 0 0,6-1 0,-2-1 0,0 0 0,-6 0 0,-1 0 0,-1 0 0,-2 0 0,-4 0 0,-7 0 0,-4 0 0,-3 0 0,0 0 0,1 0 0,-3 0 0,1 0 0,1 0 0,-6 0 0,3 0 0,-4 0 0,3 0 0,1 0 0,1 0 0,-1 0 0,1 0 0,3 0 0,3 0 0,2 0 0,0-1 0,11-7 0,-10 2 0,11-5 0,-12 1 0,1 4 0,-2-6 0,-2 4 0,0-3 0,-6 2 0,3-2 0,-2-1 0,5-4 0,5-3 0,2-2 0,3-4 0,1-4 0,-3 0 0,-2 0 0,-4 1 0,-5 3 0,3-11 0,-10 3 0,5-8 0,-11 5 0,1 1 0,-3 2 0,-4 1 0,-3 0 0,-4 6 0,0-6 0,0 4 0,0-6 0,0 0 0,-3-1 0,-3-2 0,-3-1 0,-5-4 0,-2-1 0,-1-2 0,-1 0 0,8 17 0,0 0 0,-5-19 0,4 19 0,1 1 0,-5-15 0,-3-7 0,1 4 0,-2-7 0,3 14 0,-2-6 0,4 8 0,-2-6 0,2-1 0,0-1 0,1 0 0,2 2 0,-1 0 0,1-1 0,-2-1 0,-2-2 0,0 2 0,3 7 0,0 4 0,1 4 0,-4 1 0,-3-5 0,-1 2 0,-7-2 0,1 5 0,-4 2 0,-4-2 0,-5 0 0,-7-2 0,20 14 0,0 0 0,-1 2 0,0 0 0,0 0 0,-1 0 0,0 2 0,0 0 0,-1 0 0,1 1 0,-25-9 0,4 3 0,2 3 0,-6-3 0,8 6 0,-3-3 0,14 8 0,4 0 0,2 1 0,1 1 0,1 2 0,3-1 0,-3 1 0,1 0 0,-6-1 0,-5 0 0,-1 0 0,-1 0 0,1 2 0,0-1 0,3-1 0,4-1 0,4-2 0,1 0 0,5 0 0,1 1 0,5 1 0,5 2 0,0-1 0,3 1 0,1 0 0,1 0 0,2-2 0,1 2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4:16:28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8929 8970 24575,'-44'0'0,"-1"0"0,3 0 0,-3 0 0,-3 0 0,1 0 0,-2 0 0,-2 0 0,0 0-872,-3 0 1,-1 0 0,0 0 0,2 0 871,3 0 0,1 0 0,2 0 0,0 0 0,-7 0 0,2 0 0,3 0 545,-8 0 0,5 0-545,9 0 0,1 0 285,-1 0 1,2 0-286,8 0 0,1 0 0,-6-2 0,1 1 0,8 0 0,2 1 1824,-23-6-1824,5 4 0,4-3 0,5 3 0,9 1 0,3 1 0,9 0 0,-1 0 0,1 1 0,1 3 0,0 8 0,-1 10 0,1 10 0,-2 6 0,0 4 0,2-1 0,-4 8 0,8-11 0,-4 2 0,10-13 0,-3-1 0,3 3 0,2 9 0,-1 6 0,3 0 0,0 11 0,0-27 0,0 0 0,0 5 0,0 2 0,0 2 0,0 1 0,0 2 0,0 2 0,0 0 0,0 0 0,0 3 0,0 0 0,0 3 0,0 1 0,0-1 0,0-1 0,0-2 0,0 1 0,0 5 0,0-1 0,0-12 0,0-2 0,0 4 0,0 0 0,0-10 0,0-2 0,0 23 0,3 2 0,1-3 0,4 5 0,0-11 0,2 6 0,2-4 0,-4-17 0,1 1 0,2 3 0,1 1 0,1 0 0,2-1 0,1 0 0,2-1 0,0-3 0,2-3 0,0-2 0,1-3 0,22 13 0,-18-19 0,1-1 0,3 1 0,4 0 0,15 6 0,2 1 0,-8-6 0,1 0 0,-7-2 0,2 1 0,-3-2 0,1-1 0,-1-1 0,2 0 0,-1-1 0,-5-1 0,0-1 0,0-1 0,-1 0 0,1-1 0,0 0 0,21 3 0,-22-5 0,1-1 0,-3-2 0,1 0 0,4 0 0,1-1 0,1 1 0,0-2 0,0 1 0,0-1 0,-1 0 0,-1-1 0,1 0 0,-1-1 0,0-1 0,1 0 0,-1 1 0,1-1 0,0-1 0,1 1 0,-1-2 0,1 1 0,7-2 0,0 0 0,-7 0 0,-1 0 0,6 0 0,-1 0 0,-8 1 0,0 0 0,-1-1 0,1 0 0,0 0 0,2 0 0,1-1 0,0 0 0,-6 2 0,0-1 0,6 0 0,-1 1 0,-4 0 0,0 0 0,4-1 0,0 0 0,1 0 0,0 0 0,-1 0 0,-1 0 0,0 1 0,-1 0 0,-1 0 0,0 1 0,-2 0 0,-1 1 0,22-3 0,-4 4 0,-7 1 0,-6 2 0,2 2 0,-5 2 0,5-1 0,0 0 0,2-3 0,5 0 0,3 0 0,4 0 0,-12-2 0,4-4 0,-9-3 0,4-3 0,-1 0 0,-1-1 0,-4-2 0,-2-2 0,-4-3 0,-3-5 0,-2-6 0,-8 6 0,-1-3 0,-2 1 0,-2-1 0,0-12 0,0-2 0,-4 1 0,0 0 0,-1-7 0,0-1 0,0 11 0,0 0 0,0 0 0,0 0 0,0 1 0,0-1-258,0-3 1,0-1-1,0 3 258,0-6 0,0 2 0,0-1 0,0 2 0,0 13 0,0 2 0,0-29 0,0 4 0,0 0 0,0 24 0,0-1 386,0-3 1,0 0-387,0 0 0,0 0 0,0 1 0,0 1 0,0 1 0,0 0 0,0-21 0,0 17 0,-1 0 0,-5-19 0,2 21 0,-1 1 0,-10-9 0,-1 0 0,-3 5 0,-3-5 0,-1-3 0,0 5 0,0-4 0,-5 1 0,-5-4 0,14 20 0,-3-1 0,-2-1 0,-2-1 0,-2 1 0,-1-1 0,-5-1 0,-3 0 0,-2 3 0,0 1 0,-2 5 0,0 2 0,-1 3 0,1 2 0,4 4 0,-1 1 0,-7 0 0,2 0 0,11 3 0,1 0 0,-6-1 0,0 1 0,-10 1 0,-6 0 0,6 3 0,-5 0 0,6 0 0,7 0 0,-1 0 0,6 1 0,-3 2 0,-2 5 0,2 2 0,1 3 0,2-1 0,1 1 0,3 1 0,4-1 0,5 0 0,-1-2 0,6-3 0,-4-2 0,6-4 0,-2-1 0,3 0 0,2 0 0,4 1 0,-3-1 0,6 0 0,-3 0 0</inkml:trace>
  <inkml:trace contextRef="#ctx0" brushRef="#br0" timeOffset="10884">16334 9000 24575,'-40'0'0,"11"0"0,-2 0 0,-14 0 0,-2 0 0,-5 1 0,-1-2 0,-1 0 0,0-1 0,5 2 0,1-1 0,-3-2 0,3-1 0,9 3 0,2-1 0,-6 0 0,1-1 0,9 2 0,1 0 0,-1 0 0,-1 0 0,4 1 0,2 0 0,-21 0 0,8 0 0,4 0 0,1 0 0,2 0 0,-2 0 0,2 0 0,-3 0 0,4 0 0,2 2 0,5-1 0,3 1 0,0-1 0,1 1 0,-1-1 0,5 1 0,0-2 0,4 1 0,-1 0 0,-1 1 0,3-1 0,1 1 0,2-1 0,1 0 0,0 1 0,-1-1 0,0 0 0,-4 1 0,0 1 0,-4-2 0,5 1 0,-1-2 0,4 0 0,1 1 0,0 0 0,2 0 0,-1 1 0,1-2 0,-2 0 0,0 0 0,0 0 0,-2 0 0,1 0 0,0 0 0,2 1 0,2 0 0,1 0 0,0 2 0,-1-1 0,2 0 0,-2 3 0,3-3 0,-2 2 0,1-1 0,-1 0 0,2 0 0,-2 1 0,3 0 0,-2 2 0,1 2 0,0 3 0,-1 2 0,0 4 0,0 2 0,-1 3 0,3 2 0,-2 10 0,3-6 0,-1 9 0,2-10 0,0-2 0,0 1 0,0-3 0,0 3 0,0-7 0,0 6 0,0-4 0,0 4 0,0 5 0,0 2 0,1 3 0,1 3 0,2-1 0,0 1 0,1-2 0,0 0 0,2 9 0,-2-10 0,1 8 0,-2-12 0,-1-1 0,3 3 0,-3 1 0,3 1 0,-3-3 0,2 1 0,-2 1 0,1 6 0,0 0 0,0 0 0,-1-2 0,-1-2 0,0-1 0,0-2 0,1 1 0,0 1 0,1 10 0,1-10 0,-1 10 0,1-11 0,-1 3 0,1 0 0,2-1 0,-2-7 0,2 5 0,-2-2 0,1 6 0,2 1 0,-1 0 0,0 1 0,2 0 0,0 0 0,1 0 0,2 2 0,2 4 0,-5-18 0,0 1 0,7 16 0,4 3 0,-7-18 0,5-1 0,-1-2 0,2 0 0,5 1 0,-4-7 0,7 2 0,4-2 0,10 2 0,-15-11 0,3 0 0,4-1 0,2 0 0,3-1 0,1-1 0,2 0 0,1-2 0,1 1 0,-1-2 0,-2 0 0,-1 0 0,0-1 0,-1-1 0,-3 0 0,-1 0 0,5-2 0,0-1 0,-9 0 0,0 0 0,4-1 0,0 0 0,-5 0 0,-1 0 0,0-1 0,0-1 0,4-2 0,0-1 0,-2 0 0,0-1 0,0-1 0,-1 0 0,16-2 0,2 0 0,-12 1 0,5-1 0,-1-1 0,-2 0 0,1 0 0,0 1 0,0 1 0,-2 1 0,-2-1 0,-4 0 0,0-4 0,-8 2 0,-2-3 0,-5 0 0,-3 2 0,3-3 0,-4 4 0,-1-1 0,-3 3 0,-2-3 0,1-2 0,2-4 0,1-4 0,-1-1 0,1-1 0,-1-2 0,3-1 0,0-4 0,2-4 0,-1 0 0,3-11 0,-4 10 0,0-10 0,-5 10 0,-2-2 0,1-1 0,-1-5 0,-2-3 0,1 1 0,-2-8 0,1 3 0,-1 22 0,0 0 0,0-1 0,0 1 0,-1-27 0,2 0 0,-1 26 0,1 0 0,0-2 0,0 0 0,-1 1 0,1 0 0,-1 0 0,-1 0 0,1 2 0,-1-2 0,0-7 0,0 1 0,0 4 0,0 0 0,0-5 0,0 1 0,0 7 0,0 2 0,0-25 0,-2 3 0,-4-2 0,-1 8 0,-5-8 0,0 3 0,6 22 0,-1-2 0,0 0 0,0 0 0,1 1 0,-1-1 0,-7-25 0,0 2 0,3 4 0,0 6 0,1 6 0,1 7 0,-4 0 0,0 5 0,-3 0 0,1 3 0,0 3 0,1-1 0,-2 1 0,4 1 0,1 4 0,0-1 0,-1 3 0,-3-2 0,-2 0 0,-3 2 0,-2 0 0,-4 1 0,-1 1 0,1 1 0,5 2 0,5 2 0,5 1 0,5 0 0,4 0 0,0 0 0</inkml:trace>
  <inkml:trace contextRef="#ctx0" brushRef="#br0" timeOffset="20765">12333 11668 24575,'-49'0'0,"0"0"0,-1 0 0,5 0 0,-3 0 0,0 0 0,-1 0 0,0 0 0,0 0 0,-1 0 0,-1 0-861,2 0 0,-2 0 1,0 0-1,0 0 0,3 0 861,0 0 0,1 0 0,1 0 0,0 0 0,-2 0 0,-1 0 0,0 0 0,2 0 138,-8 0 1,1 0 0,2 0-139,10 0 0,2 0 0,1 0 448,-12 0 1,3 0-449,6 0 0,1 0 0,7 0 0,0 0 0,5 0 0,0 0 2189,-22 0-2189,5 0 401,18 0 0,-1 0-401,-20 0 0,20 0 0,-1 0 0,-22 0 0,0 0 0,-2 0 0,24 0 0,-1 0 0,-4 0 0,0 0 0,6 0 0,-1 0 0,-10 0 0,-1 0 0,6 0 0,1 0 0,-8 1 0,-1 1 0,0 0 0,1 1 0,2 1 0,1 1 0,1 0 0,2 2 0,1-1 0,2 1 0,2-1 0,1 2 0,3-1 0,1 1 0,-21 9 0,3 6 0,15-5 0,0 2 0,-14 13 0,17-10 0,2-1 0,-6 13 0,9 3 0,3-3 0,5 4 0,6-4 0,3 20 0,3-23 0,2 1 0,-1 10 0,0 2 0,0 5 0,0 0 0,1 1 0,1-1 0,1 1 0,1-2 0,2-1 0,1 0 0,4 2 0,2 0 0,1 1 0,1 0 0,1-2 0,1-1 0,0-3 0,0-2 0,0-4 0,0-1 0,8 6 0,1 0 0,-3-3 0,1-1 0,4 2 0,1-1 0,1 0 0,0-1 0,0-5 0,2 0 0,4 4 0,3 0 0,-12-13 0,1 0 0,0-1 0,9 6 0,-1-2 0,5 3 0,1-2 0,-2-4 0,1 0 0,-10-7 0,2 1 0,1-1 0,2 1 0,1 0 0,0-1 0,3 1 0,1 0 0,0 0-274,0-1 0,2-1 1,-1 0 273,0-1 0,1 0 0,-1 0 0,0-1 0,0-1 0,-1 0 0,0-1 0,0-1 0,0 0 0,-2-2 0,0 0 0,0-1 0,-3 0 0,1-2 0,1 1 0,8 0 0,2-1 0,-1-1 0,-5-2 0,-1-1 0,1 0 0,7 0 0,1 1 0,-2-2 0,8-1 0,-2-2-7,0 1 1,-3 0 6,-9-1 0,-1 0 0,1 0 0,0 0 0,-5 0 0,-2 0 0,-6 0 0,0 0 0,0 0 0,0 0 821,23 0-821,-24-1 0,1 1 6,-1-1 1,0 0-7,22-2 0,-7-2 0,-8 0 0,-5-1 0,-5 2 0,-2 1 0,-1 1 0,8 0 0,-6 0 0,6-1 0,-4 2 0,-5-3 0,0 3 0,4-4 0,3 2 0,11-3 0,-4 0 0,5-3 0,-1-1 0,3 0 0,1-1 0,-5 3 0,-3 2 0,-4 3 0,-3 1 0,-1 2 0,-1 0 0,1 0 0,4 0 0,-8 0 0,1 0 0,-8 0 0,0 0 0,0 0 0,2-1 0,-4-4 0,3-5 0,-1-5 0,2-4 0,-1-2 0,-1 0 0,-4-3 0,-2-2 0,-3-4 0,-2-4 0,-2-3 0,-1 1 0,0-9 0,2 10 0,1-14 0,1 9 0,2-5 0,-2 2 0,3 3 0,-1-1 0,2 2 0,0-11 0,2-4 0,-5 24 0,0-2 0,-1 0 0,1 0 0,-1 1 0,0 1 0,-1 2 0,0-1 0,-1 1 0,0 0 0,-1-2 0,0 0 0,-1 0 0,0 0 0,-1 0 0,0 0 0,1-25 0,-2 24 0,0-1 0,0-23 0,0 25 0,0 0 0,0-19 0,0-1 0,0 3 0,-3-7 0,-3 3 0,0 6 0,-1-3 0,0 5 0,1-5 0,-1-1 0,-2 1 0,0 1 0,-2 2 0,-2 3 0,1 4 0,-2 5 0,-1 4 0,-9-4 0,3 6 0,-8-3 0,0 7 0,0 1 0,-7-2 0,0 3 0,4 1 0,-4 0 0,2 2 0,-9-3 0,-4 2 0,-3 3 0,-1 3 0,0 2 0,-1 3 0,-3 2 0,26 4 0,0 1 0,-26-1 0,23 2 0,0 0 0,-15 0 0,-7 0 0,17 0 0,3 0 0,1 0 0,4 0 0,2 0 0,7 0 0,1 2 0,6 0 0,1 1 0,2 0 0,6-2 0,1 0 0</inkml:trace>
  <inkml:trace contextRef="#ctx0" brushRef="#br0" timeOffset="28162">23105 9019 24575,'-23'0'0,"-17"0"0,8 0 0,-3 0 0,-8 0 0,-1 0 0,-3 0 0,-1 0 0,-2 0 0,0 0 0,1 0 0,1 0 0,0 0 0,1 0 0,1 0 0,3 0 0,4 0 0,2 0 0,6-1 0,0 2 0,-2 0 0,1 0 0,-14 0 0,16 1 0,0-1 0,-13 2 0,-6-2 0,4 2 0,-1-3 0,0 0 0,8 1 0,-2 1 0,8 1 0,-2 1 0,3 1 0,3 2 0,4-1 0,5-1 0,4 0 0,4-1 0,3 1 0,3 0 0,-2 4 0,2 0 0,-5 12 0,2 6 0,0 20 0,4-20 0,1 3 0,1 8 0,1 2 0,-1-5 0,1 1 0,1 7 0,0-1 0,0-3 0,0-1 0,0 4 0,0 1 0,0-1 0,1 0 0,1-1 0,0 0 0,1-1 0,0 0 0,0-1 0,1 0 0,0 0 0,-1-1 0,1 0 0,0 1 0,-1-1 0,-1 0 0,1 1 0,0 1 0,-1 10 0,0 0 0,1-11 0,-1 1 0,-1 7 0,1-1 0,1-15 0,-1-2 0,-1 0 0,-1 0 0,3 20 0,-3-4 0,0-2 0,0-7 0,0 2 0,0-1 0,0 5 0,0 2 0,0-2 0,0-5 0,0-5 0,0-4 0,0-5 0,0-1 0,0-5 0,0 3 0,1-4 0,3 3 0,1-2 0,5 2 0,0 2 0,6 2 0,-1-4 0,9 2 0,7 0 0,-7-7 0,3-1 0,7 2 0,3 0 0,5 0 0,2 0 0,5 0 0,3 0 0,-16-5 0,1-2 0,0 1 0,0-1 0,-1 0 0,1-1 0,18 3 0,-1-3 0,-3-2 0,0-1 0,-4-2 0,1-1 0,1 0 0,2-2 0,-7 1 0,3 0 0,-3 0-299,10 0 0,0 0 299,-7 1 0,1-1 0,-4-1 0,2 0 0,-2-1 0,3 0 0,-2 0 0,-5-1 0,-1-1 0,-1-1 0,-2 1 0,-6 1 0,-1-1 0,2 0 0,0 0 0,21-2 299,-22 3 0,-1-1-299,1 0 0,-1 1 0,25-3 0,-5 2 0,-4 1 0,-5 0 0,-4 2 0,-2-1 0,0 2 0,15 0 0,-2 0 0,-17 0 0,1 0 0,23 0 0,-26 0 0,0 0 0,0 0 0,0 0 0,24 0 0,-3 0 0,-14 0 0,-2-2 0,-8 0 0,-4 1 0,-3 0 0,-6 1 0,-3 0 0,-3-1 0,-1-2 0,1-2 0,5-12 0,0-1 0,4-15 0,0-2 0,-1-9 0,0-2 0,0-5 0,-1 0 0,-3 4 0,-2-7 0,-4 4 0,-2 22 0,-1 0 0,1-1 0,-1 0 0,1-25 0,-2 3 0,0 2 0,0 3 0,0 0 0,0 2 0,0 0 0,0-8 0,0 10 0,0-9 0,-1 9 0,-2-5 0,-2-8 0,0 25 0,-1-1 0,2-4 0,0 1 0,-1 5 0,-1 1 0,1-4 0,-1 0 0,-1 3 0,0 1 0,0-2 0,-1-1 0,-1 0 0,1 0 0,0 3 0,0 2 0,-7-22 0,-1 6 0,1 0 0,-1 2 0,1 0 0,-3-10 0,3 13 0,0-6 0,3 14 0,2 1 0,0 2 0,3 3 0,-1-3 0,2 7 0,0-6 0,1 4 0,-2-5 0,-1-2 0,0 1 0,-1 1 0,0 3 0,-1 4 0,1 5 0,-1 4 0,-4 3 0,-9 1 0,-2 0 0,-11-3 0,-7 3 0,-5-5 0,-6 3 0,26 2 0,1 1 0,-20 0 0,-5-2 0,2 5 0,22 1 0,0-1 0,-1 1 0,0 0 0,0 0 0,1 0 0,-25-1 0,1 2 0,6 0 0,3 0 0,4 0 0,-1 0 0,0 0 0,-14 0 0,9 0 0,-4 1 0,16 1 0,9-1 0,7 1 0,2-2 0,6 0 0,0 0 0,3 0 0,0 0 0,0 0 0,2 0 0,-1 0 0,1-4 0,2-2 0,0 2 0,2-1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4:36:27.606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26028 12361 24575,'0'51'0,"0"-21"0,0 2 0,0 10 0,0 3 0,0 6 0,0 2-622,0-4 0,0 0 622,0-1 0,0-3 0,0-7 0,0-1 0,0-3 0,0-1 0,0-1 0,0-1 0,0-2 0,0-1 0,0 27 0,0-18 0,0 1 0,0-10 0,0 1 0,0 10 0,0-1 0,0 7 0,0 0 0,0-4 0,0 0 406,0 1-406,0 5 206,0 3-206,0 4 0,1-2 0,2-5 632,2 0-632,0-1 0,-1 4 0,1 3 0,-1 1 0,-2-25 0,-1-1 0,1 0 0,-1 0 0,1 21 0,0-5 0,0-10 0,-2-3 0,0-1 0,0 2 0,1 1 0,1-1 0,-1 2 0,1 0 0,-1 1 0,-1 3 0,0 2 0,0 4 0,0 8 0,0-24 0,0 2 0,0 1 0,0 2 0,0-2 0,0 0 0,0-3 0,0-1 0,0 21 0,0-4 0,0-2 0,0 0 0,0 0 0,2-3 0,3-5 0,0-11 0,2-6 0,-2-7 0,0-2 0,0 0 0,1 0 0,-1 0 0,0 1 0,2 0 0,1 1 0,3 1 0,2 2 0,3 2 0,-1 1 0,2 2 0,3 3 0,7 7 0,6 8 0,5 2 0,0-1 0,-2-6 0,-1-4 0,-1 0 0,0-4 0,2-1 0,2-3 0,3-3 0,5-2 0,-5-3 0,-2-1 0,-4-2 0,-1-1 0,2 0 0,0 0 0,1-1 0,1 0 0,6-2 0,-1-2 0,0 0 0,-2-2 0,-2 0 0,7 1 0,8 0 0,-25 0 0,1 0 0,3 1 0,2-1 0,0 1 0,1-1 0,4 0 0,0 0 0,2 0 0,0 0 0,3-1 0,-1 0 0,0 0 0,1 0 0,-1 0 0,0 0 0,0 0 0,-1 0 0,-1 1 0,-2 0 0,-1 0 0,-2 0 0,-5 0 0,-2 0 0,20 0 0,-15-1 0,-7 0 0,-2 0 0,3 0 0,1 0 0,-1 0 0,1 0 0,1 0 0,4 0 0,1 0 0,1 0 0,0 0 0,0 0 0,0 0 0,5 0 0,-1 0 0,1 0 0,-3-2 0,-4-2 0,-5-3 0,-1-4 0,0-3 0,0-5 0,4-8 0,1-7 0,1-8 0,-6 5 0,-7 4 0,-6 10 0,-5 3 0,-1-1 0,-2-2 0,-1-1 0,0 1 0,-1-4 0,1 0 0,0-1 0,0-8 0,-1 1 0,-1-1 0,1-6 0,0 2 0,-3 12 0,2-1 0,0-4 0,0-2 0,1-1 0,1 0 0,1-3 0,0 1 0,0 0 0,1 2 0,-1 0 0,0 1 0,1-1 0,-1 0 0,-1 0 0,1 0 0,-1 0 0,0 0 0,1-1 0,-1 0 0,0 1 0,-1 1 0,0-1 0,-1 1 0,-1 6 0,0 1 0,1-21 0,-1 9 0,0 5 0,-1 0 0,-1 1 0,-2 1 0,0-1 0,0-2 0,0-5 0,0-1 0,0-3 0,0 1 0,0 1 0,0 15 0,0-3 0,-1-2 0,-1-3 0,-1-7 0,0-2 0,-3-1 0,0-1 0,-2 0 0,0 1 0,-1 1 0,0 0 0,0 4 0,-1 0 0,0 0 0,-1 1 0,1 3 0,-1 0 0,1-1 0,0 1 0,0 2 0,0 1 0,0 2 0,0 2 0,-9-21 0,1 11 0,3 9 0,1 4 0,0 1 0,-3 0 0,-1 1 0,-1 1 0,0 1 0,2 3 0,-1 0 0,2 4 0,0 0 0,-1 0 0,-4-1 0,-3-2 0,-8-4 0,-7-6 0,16 13 0,-2 1 0,-2-2 0,-1 0 0,-1 0 0,-1 2 0,-2 0 0,-1 0 0,-1 2 0,-1 0 0,-2 2 0,-1 2 0,-1 0 0,-1 3 0,-1 0 0,0 2 0,-5 0 0,0 2 0,0 1 0,1 0 0,3 0 0,1 0 0,3 1 0,2 0 0,7 0 0,0 0 0,-25 0 0,3 0 0,-4 2 0,3 1 0,1 4 0,1 0 0,5 1 0,0 0 0,1-1 0,1 1 0,-3-1 0,18-3 0,-1 0 0,-5-1 0,-2 0 0,-8-1 0,-3 0 0,-3 0 0,-2-1 0,14 0 0,0 0 0,0-1-159,-1 1 1,-1 0 0,1-1 158,-2 1 0,0 1 0,0-1 0,2 0 0,0-1 0,0 1 0,0 0 0,1 1 0,0-1 0,-17 1 0,2 0 0,3 0 0,1 0 0,4 1 0,3 0 0,9-1 0,3-1 0,-16 3 0,17-2 0,6 0 0,2-1 0,4 2 0,1-1 0,1 0 0,2-1 475,2 0-475,-1 1 0,4-1 0,0 1 0,0 0 0,0-1 0,1 1 0,-2 0 0,2 0 0,-1 0 0,2 1 0,3 0 0,7 1 0,-3-1 0,5-1 0</inkml:trace>
  <inkml:trace contextRef="#ctx0" brushRef="#br0" timeOffset="5266">30663 12237 24575,'-18'0'0,"-14"0"0,4 0 0,-5 0 0,-13 0 0,-5 0 0,9 0 0,-2 0 0,-2 0-424,-6 0 0,-2 0 1,-2 0 423,8 0 0,-2 0 0,1-1 0,1 2 0,-6-1 0,2 0 0,0 1 0,0 0 0,0 2 0,4 0 155,-2 1 0,4 1-155,6 2 0,3 1 0,3-1 0,1 0 0,6 1 0,1 0 0,-16 5 0,3 3 961,4-3-961,-3 3 0,0 2 0,5 0 0,5-1 0,7 1 0,3 4 0,6 7 0,0 15 0,6-12 0,0 5 0,-1 2 0,1 5 0,0-1 0,1-2 0,1 0 0,0 1-337,-2 12 1,-1 2 0,2-2 336,3-7 0,1-2 0,0 0 0,0 5 0,-1 0 0,1-1 0,0-2 0,2-1 0,-1 0 0,0-1 0,0-2 0,1 1-76,1-4 1,1-1 0,0-1 75,3 13 0,2-1 0,-1-9 0,2-1 0,1 1 0,1-1 0,-2-7 0,0 0 0,2 5 0,0 2 0,0 1 0,-1 0 498,1 0 1,-1 1-499,0 0 0,-1 1 119,1-1 0,-1 0-119,2 1 0,-1-1 0,2 4 0,0 1 0,1 1 0,1 2 0,-3-12 0,0 2 0,-1-1 0,4 11 0,1 0 0,1 3 0,1-2 0,-3-10 0,0-1 0,1-1 0,2-1 0,-2-1 0,2 0 0,4 3 0,0-2 0,-5-11 0,0 0 0,6 6 0,1-1 0,-4-8 0,0-1 0,6 5 0,1 1 0,2 0 0,1 0 0,1 0 0,0-1 0,3 0 0,0-1 0,1-1 0,2-2 0,4 1 0,3-1 0,0-2 0,1-2 0,5-1 0,1-1 0,2-2 0,-1 0 0,-2-1 0,2-1 0,-6-3 0,1-1 0,-2 0 0,6 2 0,-1-1 0,-9-3 0,2 0 0,-3-1 0,4-1 0,-2-1 0,-3-1 0,1-1 0,0-1 0,0-1 0,-1-1 0,-2 0 0,-4 0 0,0 0 0,5 0 0,1 0 0,-1 0 0,1 0 0,6 0 0,1 0 0,1-1 0,0-1 0,-1-1 0,-1-1 0,-2-1 0,-1-1 0,-2-1 0,-2 0 0,-3 0 0,-2-1 0,-4 1 0,0-1 0,20-9 0,-2-2 0,1-4 0,-3-1 0,3-5 0,-22 12 0,1-1 0,4-5 0,1-1 0,0 0 0,0-2 0,4-4 0,-1 0 0,-4 2 0,-3 0 0,1-2 0,-2 0 0,-6 6 0,-2 0 0,-1-2 0,-1-1 0,-3 1 0,-2-1 0,2-8 0,0-1 0,-1-3 0,-1-1 0,0-3 0,-2-1 0,-2 1 0,-1-1 0,-2-1 0,-2-1 0,0-4 0,-2-1 0,1-1 0,-2-2-242,1 13 1,0-1 0,0-1 241,1 1 0,-1 0 0,-1 0-363,1 1 1,-1 1 0,0-1 362,0-1 0,0-1 0,-1 0 0,-1 2 0,-1 1 0,0-2 0,1-6 0,0-3 0,-1 2 0,0 2 0,-1 1 0,1-1 0,0-7 0,1-1 0,0 2 0,1 10 0,-1 2 0,0-2 0,0-10 0,-1-1 0,0 3 0,1-2 0,-1 1 0,1 8 0,0-1 0,-1 2-201,-1-10 1,0 1 200,0 13 0,-1-2 0,-1 0 0,0-1 0,-2 0 0,-1 0 0,0 1 0,-1 1 0,-1 0 0,-1 2 0,0 0 0,-1 1 0,-1-1 0,-2 0 0,-1 1 0,-1 3 0,0 1 0,-2 0 0,0 0 0,-2 1 0,-1 0 0,1 2 0,-2 1 0,1 2 0,-11-6 0,-2 2 0,5 9 0,-2 2 0,-1 1 0,-10-2 0,-2 3 0,-5-1 0,-1 4 0,3 3 0,-1 3 0,6 2 0,-1 3 0,-8 0 0,-1 1 0,5 1 0,-1 0 0,-2 2 0,1 0 0,11 0 0,1 0 0,-3 0 0,0 0 0,7 1 0,1 1 334,-2 1 1,0 0-335,1 2 0,1 1 552,4 0 0,1 1-552,2 0 0,2 0 439,-21 7-439,4 0 0,5 3 0,2 2 0,3-1 0,-5 8 0,7-6 0,1 2 0,12-4 0,8-6 0,5 3 0,4-8 0,5-2 0,-2-4 0,1-1 0</inkml:trace>
  <inkml:trace contextRef="#ctx0" brushRef="#br0" timeOffset="11904">24583 12451 24575,'-39'-3'0,"4"2"0,-7 0 0,1 1 0,-4 0 0,-3 0-933,3 0 1,-2 0 0,0 0 0,-1 0 932,-2 0 0,-1 0 0,0 0 0,0 0 0,0 0 0,-1 0 0,1 0 0,2 0 4,4 0 0,1 0 1,2 0-1,0 0-4,-7 0 0,1 0 0,2 0 217,4 1 1,2-1 0,1 1-218,-12 1 0,2 1 0,4 2 0,2 0 0,4 0 0,1 1 0,9-1 0,1 0 0,-15 4 1841,14-4-1841,0 2 978,1 1-978,-3 1 240,7 3-240,8-2 0,7 2 0,4 0 0,4 5 0,1 6 0,0 10 0,1 12 0,1-15 0,1 1 0,1 6 0,1 2 0,2 5 0,0 2 0,0 1 0,2 1 0,-1 0 0,1 0 0,1-2 0,1 0 0,4 8 0,0-1 0,-1-8 0,-1-1 0,2 4 0,-1-2 0,-3-6 0,-2-1 0,1-2 0,0 1 0,1 7 0,-1 2 0,0 4 0,0 2-592,-3-13 1,0 1 0,-1-1 591,-1-2 0,-1-1 0,0 1 0,0 5 0,0 2 0,0-1-237,-2-3 0,1 0 1,-1 0 236,1 6 0,0 0 0,0 0 0,-1-1 0,1 1 0,-1-1 0,1-1 0,0 1 0,0-2 0,0-3 0,-1 0 0,2 0 0,-1-2 0,0 1 0,0-2-21,2 17 1,0-1 20,-1-6 0,0-1 0,0-5 0,0-1 0,-1-8 0,1-1 851,1 2 0,2-1-851,3 13 388,-3-17 0,1-1-388,5 14 47,6 0-47,6 0 0,10-3 0,-12-19 0,0-1 0,1-2 0,2 0 0,8 1 0,3-1 0,4 1 0,2-1 0,-8-4 0,2 0 0,1 0-250,2 0 0,2 0 1,0-1 249,2 1 0,0-2 0,1 1 0,2-1 0,0-1 0,1 0 0,2 0 0,1 0 0,0-2-330,-10-2 1,1 0 0,0-1 0,-1 0 329,14 1 0,0-1 0,-1-1 0,-2-1 0,0 0 0,1-1-205,-9-1 0,1-1 0,0 1 1,-4-1 204,0 0 0,-3 0 0,1 0 0,5 0 0,1 0 0,-4 0 0,-6-1 0,-3-1 334,0 0 0,-3-1-334,20-4 1305,-5-1-1305,-7 2 912,-13 1-912,0-1 0,-2 0 0,7-3 0,7-2 0,3-3 0,0 0 0,-6-2 0,-4 0 0,-7-1 0,-2-4 0,-2-8 0,-6 4 0,-2-3 0,8-22 0,-8 17 0,0 0 0,3-19 0,0 0 0,2 0 0,-7 25 0,-1-1 0,9-24 0,-4 9 0,0-4 0,0 3 0,-6 16 0,1 0 0,0-3 0,0 0 0,0-1 0,0-1 0,0 1 0,0-1 0,0 2 0,-1-1 0,0 1 0,-1 1 0,-1-1 0,1 0 0,-2 0 0,1-1 0,0 1 0,0-1 0,1-7 0,0 1 0,0 6 0,-1 1 0,2-5 0,-2 1 0,1-19 0,1-1 0,-1 5 0,0-2 0,-1 12 0,-3-7 0,1 6 0,0-7 0,-1-1 0,1 1 0,-2 2 0,0-1 0,0 1 0,0-2 0,0-4 0,0 24 0,0-1 0,0-12 0,0-1 0,0 7 0,0 0 0,0-8 0,0 0 0,0 9 0,0 1 0,-1 0 0,0 1 0,0 0 0,-1 0 0,0 0 0,-1 1 0,-2 0 0,1 0 0,-3-23 0,2 26 0,-1-1 0,-4-20 0,-3-4 0,5 26 0,0 0 0,-12-24 0,8 25 0,-2 0 0,-3 1 0,0 0 0,-2 1 0,0 2 0,-2 2 0,0 0 0,-2 3 0,0 0 0,-2 2 0,-1-1 0,-12-4 0,0 0 0,5 5 0,-1 0 0,-10-4 0,0 1 0,7 5 0,1 2 0,-2-1 0,0 0 0,3 3 0,0-1 0,2 0 0,2 0 0,-16-2 0,1-1 0,8 5 0,-6 0 0,-3 1 0,-1 2 0,-3 1 0,-1 2 0,-1 0 0,0 2 0,4 0 0,6 0 0,9 0 0,3 0 0,14 0 0,4 0 0,10 0 0</inkml:trace>
  <inkml:trace contextRef="#ctx0" brushRef="#br1" timeOffset="31001">22435 5435 24575,'-32'1'0,"1"1"0,-13-1 0,-4 0 0,12-1 0,-1 0 0,-2 0-3277,-5 0 0,-2 0 0,2 0 2895,4 0 0,1 0 1,1 0 381,-2 0 0,-1 0 0,2 0 653,-1 0 1,1 0 0,1 0-654,-15 0 0,1 0 0,0 0 0,1 0 0,5 0 0,0 0 0,0 0 0,0 0 0,1 0 0,1 0 0,1 0 0,-2 0 0,8 0 0,-3 0 0,2 0 0,-7 0 0,0 0 0,7 0 0,0 0 0,2 0 0,-2 0 0,2 0 894,-5 0 1,-1 0-895,-2 0 0,0 0 0,-2 0 0,-1 0 0,0 0 0,1 0 3101,5 0 1,2 0-3102,3 0 0,1 0 511,3 0 1,1 0-512,2 0 0,1 1 0,-23 2 0,6 2 0,5 1 0,8 0 0,8-1 0,3 0 0,9-2 0,1 1 0,5 0 0,1 0 0,1 0 0,1 0 0,-1 2 0,2 2 0,0 6 0,2 0 0,0 10 0,0 12 0,0 17 0,0-20 0,0 2 0,0 5 0,0 2 0,0 5 0,0 1 0,0 0 0,0 1 0,1 0 0,0 0 0,1-2 0,1 0 0,1-1 0,1 0 0,0 1 0,0 2 0,-2-11 0,-1 2 0,1 0 0,1 14 0,0 0 0,-3-17 0,0 1 0,0-1 0,1 13 0,0-1 0,-2-6 0,0-1 0,0 11 0,0 0 0,0-6 0,0 0 0,0 2 0,0-1 0,0-2 0,0-1 0,0 0 0,0 1 0,0 3 0,0 1 0,-1 2 0,0 0 0,0-2 0,-1-1 0,0 0 0,0 0 0,-1-1 0,0 0 0,1-2 0,0 0 0,0-3 0,1 0 0,0-4 0,1-1 0,0-4 0,0 0 0,0 3 0,0-1 0,0 17 0,-1-23 0,2-2 0,3 12 0,11-6 0,9-1 0,14 0 0,5-1 0,-20-17 0,2 0 0,5 1 0,3-1 0,3 0 0,2-1 0,9 1 0,3-1 0,-14-4 0,2 0 0,0-1-298,4 0 1,0-1 0,1 0 297,5 0 0,0-1 0,2-1 0,2 0 0,1-2 0,1 0-347,-12-1 0,0 0 0,1-1 0,0 0 347,0 0 0,-1-1 0,1 1 0,-1 0 0,13 0 0,-2 1 0,0-1-149,-4 1 0,0-1 1,1 0 148,-8 0 0,1-1 0,0 1 0,-2-1 0,4 1 0,-2 0 0,1-1 0,6 0 0,1-1 0,-2 1 0,-7 0 0,-1 0 0,-1 0 0,-1-1 0,-2 0 0,2 0 0,4 0 0,1 0 0,0 0 0,0 0 0,-1 0 0,-1 0 0,-5 0 0,0 0 0,0 0 0,3 0 0,1 0 0,-1 0 0,11 0 0,-1 0 0,5-1 0,1 0 0,-1 0 0,0-1 0,-2-1 0,0-1 0,-2 0 0,-1-1 0,-1 0 0,-2 0 0,-2 0 0,-1 0 0,-4 0 0,0 1 404,-4 0 0,-2 0-404,-3 1 0,0 1 708,3-1 0,-1 1-708,21-3 251,-24 4 0,0-1-251,17-4 0,-3 0 0,-3 0 0,-2-2 0,-4-1 0,-5 1 0,-1 0 0,-5 3 0,0 0 0,-1-1 0,-2 0 0,1-1 0,1-1 0,-2 1 0,-4 1 0,-4-1 0,-3-1 0,4-7 0,-3-3 0,3-10 0,-1-2 0,5-7 0,2-8 0,-5 19 0,-1 0 0,6-25 0,-7 21 0,0 0 0,-2 1 0,0 1 0,1-3 0,0 0 0,0 0 0,0 1 0,-2 1 0,-1 0 0,0-1 0,0 1 0,-1-2 0,0 0 0,1-2 0,-1-1 0,0 1 0,0-1 0,-1 1 0,0 1 0,0 0 0,0 0 0,-1-6 0,0 0 0,-1 6 0,-1-1 0,-1-8 0,-1 0 0,-1 6 0,0 1 0,-1-3 0,0 1 0,0-1 0,0 0 0,0 0 0,0 1 0,0-2 0,0 2 0,0 5 0,0 1 0,0-4 0,0-1 0,0 5 0,-1-1 0,-1-4 0,0-1 0,-2-1 0,-1 0 0,-1 1 0,0 1 0,-1 1 0,-1 1 0,2 0 0,0 1 0,0 1 0,-1 0 0,2 0 0,-2 1 0,1-2 0,-2 0 0,0 2 0,0-1 0,-2-8 0,-1 0 0,2 8 0,0 2 0,-1-6 0,-1 3 0,-7-11 0,-2 3 0,-1 3 0,0-1 0,2 7 0,-4-4 0,-1 4 0,-7-6 0,-3-2 0,-2 3 0,-3-1 0,1 3 0,17 16 0,-1 0 0,-2 0 0,0 0 0,-2 0 0,-1 0 0,-1 1 0,-2-1 0,-9-2 0,-1 0 0,2 3 0,-1 1 0,-10-2 0,-2 3 0,0 1 0,-2 4-273,16 4 0,-2 2 0,0 0 273,-7 0 0,-1 2 0,1 0 0,4 0 0,1 2 0,-1-1 0,-4 1 0,-1 0 0,4 0 0,-2 0 0,3 0 0,-5 0 0,4 1 0,13 0 0,3 0 0,-26 2 0,13 0 0,11-1 0,7 0 819,2-2-819,-1 0 0,-1 0 0,-4 0 0,-1 0 0,-7 0 0,4 0 0,-2 0 0,7 0 0,2 0 0,4 2 0,3-1 0,5 1 0,6-2 0,2 0 0,3 0 0</inkml:trace>
  <inkml:trace contextRef="#ctx0" brushRef="#br1" timeOffset="36974">26150 5524 24575,'-36'0'0,"1"0"0,-13 0 0,-3 0 0,6 0 0,-3 0 0,-1 0-931,4 0 0,-1-1 1,-2 1-1,0-1 931,-3-1 0,-1 0 0,1 0 0,1 0 0,6 1 0,2 0 0,0-1 0,1 1 0,-12-3 0,2 0 0,2 0 386,-7 0 0,2 1-386,-1-1 0,0-1 0,3 2 0,2 0 347,5 1 1,2 0-348,6 1 0,2 0 0,5 1 0,2 0 0,-18 0 1923,11 0-1923,7 1 333,3 3-333,-3 7 0,6-1 0,-2 4 0,7-1 0,1 0 0,-1 2 0,1 0 0,2-2 0,-2 3 0,2 0 0,-2 5 0,0 3 0,3 4 0,1 6 0,1 6 0,0 8 0,6-19 0,0 1 0,1 5 0,1 1 0,0 1 0,2 1 0,0 4 0,0 3 0,1-4 0,0 2 0,0-2 0,0 6 0,0 2 0,0-5 0,-1 3 0,2-3 0,1 3 0,0-1 0,2 3 0,0 1 0,2-3 0,1-1 0,1-1 0,-1-2 0,0-5 0,-1 0 0,1 3 0,0 0 0,0-4 0,-1 1 0,1 3 0,1 2 0,-1 0 0,1 0 0,-1-2 0,1 0 0,1-2 0,0 0 0,0-1 0,2-1 0,1 1 0,2 1 0,0-1 0,1 0 0,1 2 0,1 0 0,0 0 0,1 0 0,5 6 0,0 0 0,-4-7 0,1-2 0,3 7 0,1-2 0,-6-11 0,0-1 0,2 0 0,-1-1 0,0-3 0,-1 0 0,3-1 0,1-2 0,13 17 0,-13-19 0,2 0 0,-1-1 0,2 0 0,6 4 0,2 0 0,6 1 0,2 0 0,6 0 0,3-1-242,-14-8 0,2-1 0,1-1 242,1 1 0,2-2 0,0 0 0,3 0 0,0-1 0,1-1 0,0 0 0,1-2 0,-1 1 0,2-2 0,1 1 0,-1-1 0,-2-2 0,-1 0 0,1 0 0,8-1 0,2-1 0,-3-1 0,-13 1 0,-2-1 0,1 0 0,4-2 0,0 0 0,-3 0 0,1 1 0,-2-1 0,-7 1 0,0-1 0,1-1 0,-1 1 0,-3 0 0,-1 0 0,5-1 0,0 0 0,19 0 363,-22 0 0,1 0-363,22 0 0,-20 0 0,1 0 0,2 0 0,0 0 0,3 0 0,0 0 0,0 0 0,0 0 0,-3 0 0,-1 0 0,-2 0 0,0 0 0,-5 0 0,0 0 0,21-1 0,-5-4 0,-1-6 0,-9 0 0,-1-7 0,-8 6 0,-4-4 0,1 4 0,-1-2 0,-6 5 0,2-3 0,-5 1 0,3-3 0,0-3 0,0 0 0,-1-5 0,0-3 0,0-3 0,-1-2 0,-1 0 0,0-2 0,3-12 0,-5 8 0,2-10 0,-5 11 0,-1-2 0,3-1 0,-2 2 0,0 2 0,-1 8 0,0-4 0,2 0 0,1-10 0,1-5 0,0 0 0,-1 2 0,-2 3 0,-1 0 0,0-2 0,1-4 0,-1-3 0,-2 21 0,1 0 0,2-19 0,1-6 0,-2 11 0,0-3 0,-2-1 0,0 4 0,-3 7 0,1 1 0,-2 1 0,1-5 0,0-5 0,1-3 0,-1-3 0,0-5 0,-1-1 0,0 26 0,0 1 0,0-2 0,0 1 0,0 0 0,0-2 0,0-10 0,0-2 0,0 6 0,0 0 0,0-8 0,0 0 0,0 12 0,0 1 0,0-1 0,0 1 0,0 4 0,0 0 0,0-1 0,0 0 0,-3-25 0,-3 9 0,-5-6 0,-5 4 0,6 20 0,0-1 0,0 1 0,0 0 0,-9-19 0,2 10 0,3 8 0,1 4 0,-1 2 0,-1-1 0,-3 1 0,-8-6 0,2 2 0,-7-3 0,3 3 0,-1 1 0,-2-1 0,-5 0 0,4 6 0,-5 2 0,2 4 0,-3-2 0,-2 3 0,0 0 0,-4 1 0,-4 1 0,21 5 0,0 0 0,-2 2 0,0-1 0,0 0 0,0 0 0,1 1 0,-1-1 0,-4 0 0,0 0 0,-20 0 0,22 1 0,2 1 0,-13 2 0,2-5 0,1 3 0,-2-2 0,-9-1 0,6 1 0,-9-2 0,4 2 0,-5 1 0,2 2 0,8 2 0,6 0 0,7 0 0,6 0 0,3 0 0,4 1 0,1 1 0,-4 7 0,3-3 0,-6 3 0,7-1 0,-1-3 0,2 2 0,2-1 0,-2-1 0,8-1 0,-2 1 0,5-1 0,-1-1 0,1 0 0,0-2 0,0 0 0,2-2 0,3-3 0,0 2 0,2-1 0</inkml:trace>
  <inkml:trace contextRef="#ctx0" brushRef="#br1" timeOffset="41078">28899 5545 24575,'-10'-2'0,"-9"0"0,-12 2 0,-16 0 0,-5 0 0,15 0 0,-2 0 0,7 0 0,0 0 0,0 0 0,1 0 0,-14 0 0,15 0 0,1 0 0,2 0 0,0 0 0,0 0 0,-1 0 0,1 0 0,1 0 0,2 0 0,0 0 0,2 1 0,-4 3 0,-3 2 0,-5 2 0,-1 2 0,0 1 0,6 1 0,5 0 0,6-1 0,6-1 0,4 1 0,4 2 0,0 5 0,1 1 0,0 3 0,0-3 0,0 2 0,0 1 0,-1 3 0,0 1 0,-1 1 0,0 2 0,0 1 0,0 0 0,1 1 0,1 2 0,1 5 0,0 12 0,1-20 0,0 1 0,0 3 0,0 2 0,0 1 0,0 0 0,1 0 0,0 0 0,0 0 0,0 1 0,0 3 0,0 2 0,0 4 0,0 0 0,0 1 0,0 0 0,0 2 0,0 0 0,0 0 0,0-1 0,0 5 0,0-1-300,0-4 0,0-2 300,0-3 0,0-2 0,1-7 0,0-2 0,0-4 0,0 1 0,1 1 0,0 1 0,0 1 0,0-1 0,0-1 0,0-2 0,0 0 0,0-2 0,2 25 0,2-4 0,0 2 0,2-3 0,0-2 0,-1-3 0,1-2 0,0 1 0,4 9 0,-2-20 0,1 1 0,4 3 0,2 0 0,4 4 0,3 0 0,5 0 0,3 0 0,5 2 0,3-2-301,-10-10 1,2 0 0,2-1 300,4 0 0,1 0 0,2-1 0,3 1 0,2 0 0,1-1-257,-9-6 1,1-1 0,1 0 0,0 0 256,2-1 0,2 0 0,-1-1 0,0-1 0,8 3 0,-1 0 0,-1-2 0,-3-2 0,-1 0 0,-3-2 0,10 2 0,-4-1 0,-7-4 0,-3 0 0,-2-1 0,-2 0 0,-4-2 0,-1 1 0,2-1 0,0 1 0,0-2 0,-1 1 0,2 0 0,-1-1 0,-3-1 0,0-1 0,0-1 0,0 1 0,0-1 0,1 0 0,0-1 0,-1 1 0,1 0 0,-2 0 0,24 2 0,2-3 0,-16 0 0,2 0 0,3-1 0,2 0 0,5 0 0,0 0 0,1 0 0,0 0 0,-3-1 0,1 0 0,3 0 0,1 0-3,-14 0 1,2 0-1,0 0 3,7 0 0,2 0 0,1 0-11,-8 0 0,1 0 1,1 0-1,0 0 11,3 0 0,0 0 0,1 0 0,-1 0 0,2 0 0,0 0 0,0 0 0,-1 0 0,-3-1 0,-1 1 0,-1-1 0,-2 0 0,5 1 0,-1-2 0,-3 1 0,15-2 0,-5-1 0,-12 0 0,-4-1 0,-4 1 0,-2 0 0,-1 0 0,-2 0-1101,17-4 1101,-2 0 0,0 1 0,-3-1-564,-6 1 564,0-1 0,-4-3 0,1-1 778,2-3-778,9-7 779,-17 8 1,0-1-780,3-3 0,0-1 609,0-1 0,-1 0-609,-2 0 0,-2-1 687,17-17-687,-7 2 0,-5-3 0,-3-4 0,-14 18 0,0-3 0,0-5 0,0-3 0,-1-6 0,1-2 0,-2 3 0,-1 0 0,0 0 0,0 2 0,-2 6 0,-1 2 0,4-23 0,-3 26 0,-1-1 0,2-25 0,-3 26 0,-1 0 0,0 0 0,0 0 0,-1 0 0,1-2 0,-1-1 0,0 0 0,0-1 0,1-1 0,-1 1 0,0 0 0,0 1 0,1 0 0,-1-20 0,1 21 0,-1-1 0,0 1 0,1-1 0,-1-5 0,0-1 0,1-6 0,0-2 0,-1-1 0,0-2 0,1-3 0,-1 0 0,0 1 0,-1-1 0,0-1 0,0-1 0,1 4 0,-2-1 0,-1-1 0,-3-1 0,-2 0 0,-2 0 0,-4 2 0,-3 0 0,-2 1 0,-3 1 0,-3 2 0,0 2 0,1 6 0,0 2 0,1 6 0,1 2 0,-14-13 0,3 11 0,0 2 0,-8 0 0,-2 0 0,-2 2 0,-3-2 0,1 3 0,22 10 0,-1 1 0,0 0 0,-1-1 0,-1 0 0,-2 0 0,-1-1 0,-1 0 0,-8-4 0,-2-1 0,-6-3 0,-3 0-302,12 6 1,-1-1-1,-1 1 302,-3-1 0,0 0 0,-1 0 0,-1 0 0,1 0 0,-1 1 0,0 1 0,-1 0 0,1 0 0,0 1 0,1 0 0,-1 0 0,1 0 0,-1 1 0,1 0 0,-2 0 0,1 1 0,-2 0 0,-1-1 0,0 1 0,-1 0-464,-3-1 0,-1 1 0,-1 1 464,12 3 0,0-1 0,-1 1 0,2 1 0,-8-2 0,0 1 0,2 0 0,3 2 0,1 0 0,2 1 0,-9-1 0,3 1 0,10 2 0,0 1 0,1-1 0,1 1 0,4 0 0,0 1 0,1 0 0,0 0 0,0 0 0,1 0 0,1 0 0,1 1 0,-21-4 0,6 1-735,8 3 735,3 1-295,4 1 295,0 0 793,-1 0-793,-4 0 1374,-3 0-1374,-3 1 814,-2 4-814,3 6 346,-3 9-346,0 9 0,2 5 0,1 4 0,3 3 0,16-19 0,1 0 0,-2 1 0,2 0 0,-15 17 0,6-6 0,6-12 0,4-4 0,2-2 0,0-3 0,2 0 0,2-2 0,0 1 0,0-2 0,1 0 0,-1-1 0,2 0 0,-1 0 0,1-1 0,0 0 0,-3 1 0,2 0 0,-1 1 0,2-1 0,1-3 0,1-2 0,1-3 0,3-3 0,3-5 0,0 3 0,1-1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2152C-25FB-2141-8C80-B5EB65F8722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929BC-4549-E74B-BB18-79091FF06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9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Llama-2-7B = pretrained and fine tuned generative text model ranging in scale from 7B to 70B parameters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929BC-4549-E74B-BB18-79091FF060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61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: </a:t>
            </a:r>
          </a:p>
          <a:p>
            <a:r>
              <a:rPr lang="en-GB" dirty="0"/>
              <a:t>Accuracy stays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85.60–85.83%</a:t>
            </a:r>
            <a:r>
              <a:rPr lang="en-GB" dirty="0"/>
              <a:t>.</a:t>
            </a:r>
          </a:p>
          <a:p>
            <a:r>
              <a:rPr lang="en-GB" dirty="0"/>
              <a:t>F1 stays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0.673–0.678</a:t>
            </a:r>
            <a:r>
              <a:rPr lang="en-GB" dirty="0"/>
              <a:t>.</a:t>
            </a:r>
          </a:p>
          <a:p>
            <a:r>
              <a:rPr lang="en-GB" dirty="0"/>
              <a:t>AUROC stays about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0.910</a:t>
            </a:r>
            <a:r>
              <a:rPr lang="en-GB" dirty="0"/>
              <a:t>.</a:t>
            </a:r>
          </a:p>
          <a:p>
            <a:r>
              <a:rPr lang="en-GB" dirty="0"/>
              <a:t>Test agreement with full retraining is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98.35–98.99%</a:t>
            </a:r>
            <a:r>
              <a:rPr lang="en-GB" dirty="0"/>
              <a:t>.</a:t>
            </a:r>
          </a:p>
          <a:p>
            <a:r>
              <a:rPr lang="en-GB" dirty="0"/>
              <a:t>Retain-set fine-tuning preserved general predictive utility and remained close to full retraining on the test set.</a:t>
            </a:r>
          </a:p>
          <a:p>
            <a:endParaRPr lang="en-US" dirty="0"/>
          </a:p>
          <a:p>
            <a:r>
              <a:rPr lang="en-US" dirty="0"/>
              <a:t>Bottom: </a:t>
            </a:r>
          </a:p>
          <a:p>
            <a:r>
              <a:rPr lang="en-GB" dirty="0"/>
              <a:t>These are results specifically for the records meant to be forgotten.</a:t>
            </a:r>
          </a:p>
          <a:p>
            <a:r>
              <a:rPr lang="en-GB" dirty="0"/>
              <a:t>Lower Wasserstein/probability distance is better; higher agreement is better.</a:t>
            </a:r>
          </a:p>
          <a:p>
            <a:r>
              <a:rPr lang="en-GB" dirty="0"/>
              <a:t>Compare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forget_wasserstein</a:t>
            </a:r>
            <a:r>
              <a:rPr lang="en-GB" dirty="0"/>
              <a:t> with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original_retrain_forget_wasserstein</a:t>
            </a:r>
            <a:r>
              <a:rPr lang="en-GB" dirty="0"/>
              <a:t>: fine-tuning is closer to full retraining in </a:t>
            </a:r>
            <a:r>
              <a:rPr lang="en-GB" b="1" dirty="0"/>
              <a:t>4 of 5 scenarios</a:t>
            </a:r>
            <a:r>
              <a:rPr lang="en-GB" dirty="0"/>
              <a:t>, but the evidence is mixed at individual-record level.</a:t>
            </a:r>
          </a:p>
          <a:p>
            <a:r>
              <a:rPr lang="en-GB" dirty="0"/>
              <a:t>Do not include the MIA columns in this screenshot: they are inconclusive.</a:t>
            </a:r>
          </a:p>
          <a:p>
            <a:r>
              <a:rPr lang="en-GB" dirty="0"/>
              <a:t>Fine-tuning provides some distribution-level movement toward the retrained model, but it does not consistently reproduce retraining for every forgotten record.</a:t>
            </a:r>
          </a:p>
          <a:p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forget_Wasserstein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measures how different the fine tuned models predictions are from full retraining across the forget set </a:t>
            </a:r>
          </a:p>
          <a:p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original_retrain_forget_Wasserstein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how far the untouched baseline was from full retraining </a:t>
            </a:r>
          </a:p>
          <a:p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forget_agreement_retrain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proportion of forget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recrods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where both models make the same class decision . Higher is better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929BC-4549-E74B-BB18-79091FF060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Gradient-ascent forgetfulness table — use:</a:t>
            </a:r>
            <a:endParaRPr lang="en-GB" dirty="0"/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relative_probability_improvement</a:t>
            </a:r>
            <a:r>
              <a:rPr lang="en-GB" dirty="0"/>
              <a:t> — most important. Positive means predictions moved closer to full retraining; every value is negative here. (+</a:t>
            </a:r>
            <a:r>
              <a:rPr lang="en-GB" dirty="0" err="1"/>
              <a:t>ve</a:t>
            </a:r>
            <a:r>
              <a:rPr lang="en-GB" dirty="0"/>
              <a:t>)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relative_loss_improvement</a:t>
            </a:r>
            <a:r>
              <a:rPr lang="en-GB" dirty="0"/>
              <a:t> — confirms the same result using per-record model loss; again, negative is worse. (1)</a:t>
            </a:r>
          </a:p>
          <a:p>
            <a:pPr marL="171450" indent="-171450">
              <a:buFontTx/>
              <a:buChar char="-"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forget_agreement_with_retraining</a:t>
            </a:r>
            <a:r>
              <a:rPr lang="en-GB" dirty="0"/>
              <a:t> — supporting measure only. It is high, but it ignores probability differences, so it can look good even when the main forgetting measures are negative.</a:t>
            </a:r>
          </a:p>
          <a:p>
            <a:pPr marL="171450" indent="-171450">
              <a:buFontTx/>
              <a:buChar char="-"/>
            </a:pPr>
            <a:endParaRPr lang="en-GB" b="1" dirty="0"/>
          </a:p>
          <a:p>
            <a:pPr marL="171450" indent="-171450">
              <a:buFontTx/>
              <a:buChar char="-"/>
            </a:pPr>
            <a:endParaRPr lang="en-GB" b="1" dirty="0"/>
          </a:p>
          <a:p>
            <a:pPr marL="171450" indent="-171450">
              <a:buFontTx/>
              <a:buChar char="-"/>
            </a:pPr>
            <a:r>
              <a:rPr lang="en-GB" b="1" dirty="0"/>
              <a:t>Gradient-ascent utility table — use: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f1_score_vs_baseline</a:t>
            </a:r>
            <a:r>
              <a:rPr lang="en-GB" dirty="0"/>
              <a:t> — most important utility metric. It balances precision and recall, so it is better than accuracy alone for the imbalanced income classes. (0)</a:t>
            </a:r>
          </a:p>
          <a:p>
            <a:pPr marL="171450" indent="-171450">
              <a:buFontTx/>
              <a:buChar char="-"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roc_auc_vs_baseline</a:t>
            </a:r>
            <a:r>
              <a:rPr lang="en-GB" dirty="0"/>
              <a:t> — confirms discrimination ability stayed unchanged across thresholds. (0)</a:t>
            </a:r>
          </a:p>
          <a:p>
            <a:pPr marL="171450" indent="-171450">
              <a:buFontTx/>
              <a:buChar char="-"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accuracy_vs_baseline</a:t>
            </a:r>
            <a:r>
              <a:rPr lang="en-GB" dirty="0"/>
              <a:t> — simple supporting measure, but less important than F1. (0)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pPr marL="171450" indent="-171450">
              <a:buFontTx/>
              <a:buChar char="-"/>
            </a:pPr>
            <a:endParaRPr lang="en-GB" dirty="0"/>
          </a:p>
          <a:p>
            <a:r>
              <a:rPr lang="en-GB" b="1" dirty="0"/>
              <a:t>Utility:</a:t>
            </a:r>
            <a:r>
              <a:rPr lang="en-GB" dirty="0"/>
              <a:t> good. The changes in F1, accuracy, and AUROC are all very close to 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GB" dirty="0"/>
              <a:t>, so the model keeps roughly the same predictive performance as the baseline.</a:t>
            </a:r>
          </a:p>
          <a:p>
            <a:r>
              <a:rPr lang="en-GB" b="1" dirty="0"/>
              <a:t>Forgetfulness:</a:t>
            </a:r>
            <a:r>
              <a:rPr lang="en-GB" dirty="0"/>
              <a:t> not good. Every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relative_probability_improvement</a:t>
            </a:r>
            <a:r>
              <a:rPr lang="en-GB" dirty="0"/>
              <a:t> and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relative_loss_improvement</a:t>
            </a:r>
            <a:r>
              <a:rPr lang="en-GB" dirty="0"/>
              <a:t> is negative, so gradient ascent moved the model </a:t>
            </a:r>
            <a:r>
              <a:rPr lang="en-GB" b="1" dirty="0"/>
              <a:t>further from</a:t>
            </a:r>
            <a:r>
              <a:rPr lang="en-GB" dirty="0"/>
              <a:t> the full-retraining reference on the records it was meant to forget.</a:t>
            </a:r>
          </a:p>
          <a:p>
            <a:r>
              <a:rPr lang="en-GB" b="1" dirty="0"/>
              <a:t>Overall:</a:t>
            </a:r>
            <a:r>
              <a:rPr lang="en-GB" dirty="0"/>
              <a:t> gradient ascent changed the model without seriously harming its normal performance, but it did </a:t>
            </a:r>
            <a:r>
              <a:rPr lang="en-GB" b="1" dirty="0"/>
              <a:t>not</a:t>
            </a:r>
            <a:r>
              <a:rPr lang="en-GB" dirty="0"/>
              <a:t> produce convincing approximate unlearning in your experiment.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929BC-4549-E74B-BB18-79091FF060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75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06F4-AC6C-7B3D-453A-689FBC855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E8409-601B-4B9D-2D5B-BBF4D59C5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471A7-6B14-54AF-BF2D-4A61796D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46ED8-0527-DB40-BE3D-8663DD22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E34DA-6F2B-5DD4-392F-FEC95C66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8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7478-A97F-5F2D-61F8-A2D41E64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52F2-D7AB-5A96-8BE9-6D87228EB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BF8E2-4134-36C6-F438-46112327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1ED1D-1853-114E-072B-7F5FA32C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D42F-E917-5FC6-1347-6A53CC68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2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90848-D255-E8E4-ED84-9ED1A1C7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61CDB-C420-564D-DA2F-9F214685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C66AC-BC9B-4719-9507-45537546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93DB6-4D4E-EC46-ABC3-36042016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29D45-8232-7777-BC08-90425B18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9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E075-8F8F-553D-F7EE-151EE022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42D8-D487-3883-D509-61F6FAD90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DE069-68DC-1237-BEDB-86B5258C0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1C58F-3339-8CD4-32B3-E3369813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A3D12-BA22-4AF0-7A6A-2ED8EC2F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F2EB9-D44B-B250-0A10-D8AA817D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6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A239-2A46-2D55-600A-C1B7AF48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6778D-904F-F60E-0FF7-945C9FB5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DF615-D4CD-31DA-220B-B18B9FAFA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99FB2-8687-B40F-7688-5868390A5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8E6F7-14E2-154C-04C7-7D85943F3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B9898-595A-4D5E-4131-6F6A94E0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2881F-8E8D-28E7-F44D-7710A445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7015E-C566-D530-6E16-367F3FCB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1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7E4A-7CC8-E930-9D10-EE6E5E60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032B0-E635-68CE-037D-1086BA62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9F675-3649-9C6A-F68F-799B2AE30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9FCFD-229B-41A1-D7CB-36A5073A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5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EF287-8AEE-F2A2-AC7F-CAA081B4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1403D-F5F1-E602-0C6C-BFE08D98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25CD2-DD47-A6FC-394C-ADDB7C1C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1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8F5C-3E88-95F2-2A49-284122FC7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6D99-DC8F-9EB1-19A5-B51384493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DB3B2-70EA-3E3D-F568-F9037F77C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369E7-ED9F-6891-7430-ACF4EE2FD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7041B-D9CF-9F4D-D55C-F2B47DFB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DA92B-D923-5A13-D2F5-8F4929E6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6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2483-8077-96FA-3943-4E071052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DF0BC-C138-996E-8BE0-425832C00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AFBEA-E499-6927-B11C-414C8798C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D4E21-B62B-BFD3-4653-A682EA7A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895A5-B4EC-3463-920F-A6B7E0A0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6EA93-1D52-4DC5-A826-A2EB1E23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0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92B8-6598-B462-4059-0877CE94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84E10-11AB-6BC0-2A71-89116CBA5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8F7FA-47D3-A310-DCB9-7E52E71C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75902-F4FB-C06C-9826-38F5DCC3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A94E-468D-D6A0-4EC6-DAB3617E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5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E7BE37-85CC-E905-0168-093615227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5B1C2-6641-647D-D4B1-F9F6491DD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0E06B-7E3B-D9DD-EEA9-16434A4A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E7E3C-81C4-B65D-2F73-41C3820B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A56D-D354-C5A0-7E72-1EA7B60E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2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42B9F-2FF1-E9A7-D48E-6A28149A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4028E-90EB-47F3-9A9A-5A330F4A2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7AB81-FBDD-199A-EB1A-FE27A90B7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EE0FA-EBEC-EF4C-BDD4-B7F9150F46C7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A8738-907C-0675-1A4A-99B62C7E3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E5F72-1DC3-808C-B6A3-01A844723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11FE1-CB11-5443-A9D3-BF0521137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3E9E-B0CD-344A-BADA-063DBF46A3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93D22-A82E-9BB1-EF27-13F5A616B8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9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4E3B-396F-EB40-9141-0466EC6F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ABFD4-0414-1A9A-A118-B0648608A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Creates TOFU (Task Of Fictitious Unlearning)</a:t>
            </a:r>
          </a:p>
          <a:p>
            <a:pPr marL="0" indent="0">
              <a:buNone/>
            </a:pPr>
            <a:r>
              <a:rPr lang="en-US" dirty="0"/>
              <a:t>This is a benchmark for testing</a:t>
            </a:r>
          </a:p>
          <a:p>
            <a:pPr marL="0" indent="0">
              <a:buNone/>
            </a:pPr>
            <a:r>
              <a:rPr lang="en-US" dirty="0"/>
              <a:t>Tests whether an LLM can actually forget without damaging its remaining knowledge. </a:t>
            </a:r>
          </a:p>
          <a:p>
            <a:pPr marL="0" indent="0">
              <a:buNone/>
            </a:pPr>
            <a:r>
              <a:rPr lang="en-US" dirty="0"/>
              <a:t>Evaluates existing methods by comparing with a baseline that never learned the forgotten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33999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ADBE-30D5-E197-E944-84886663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85534-C77A-DAF9-8BFC-2C03CB744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Addresses the challenge of selectively removing specific training information form an LLM while preserving its general utility and reliability verifying that the targeted knowledge has been forgotten.</a:t>
            </a:r>
          </a:p>
          <a:p>
            <a:r>
              <a:rPr lang="en-US" dirty="0"/>
              <a:t>How?</a:t>
            </a:r>
          </a:p>
          <a:p>
            <a:r>
              <a:rPr lang="en-US" dirty="0"/>
              <a:t>It compares the unlearned model with a retain-only model that was never trained on the targeted information. </a:t>
            </a:r>
          </a:p>
          <a:p>
            <a:r>
              <a:rPr lang="en-US" dirty="0"/>
              <a:t>A Kolmogorov-Smirnov (KS) test compares their truth ratio distributions on the forget set. </a:t>
            </a:r>
          </a:p>
        </p:txBody>
      </p:sp>
    </p:spTree>
    <p:extLst>
      <p:ext uri="{BB962C8B-B14F-4D97-AF65-F5344CB8AC3E}">
        <p14:creationId xmlns:p14="http://schemas.microsoft.com/office/powerpoint/2010/main" val="244163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F420-A968-B8A8-886A-A5AEE75A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the problem solved?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C752-E4DD-582D-5FE6-908B088E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does not fully solve the problem. </a:t>
            </a:r>
          </a:p>
          <a:p>
            <a:r>
              <a:rPr lang="en-US" dirty="0"/>
              <a:t>It solves the evaluation problem using the benchmark to measure forgetting and retained utility. The paper tests a few unlearning methods but none </a:t>
            </a:r>
            <a:r>
              <a:rPr lang="en-US" dirty="0" err="1"/>
              <a:t>successfuly</a:t>
            </a:r>
            <a:r>
              <a:rPr lang="en-US" dirty="0"/>
              <a:t> remove the targeted knowledge without also reducing the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08802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E1E3B-AA97-36DB-FE8F-652CD66C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48329-D6DA-02E6-10A0-87EE694F1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Probability – measures the models confidence in the correct answer</a:t>
            </a:r>
          </a:p>
          <a:p>
            <a:r>
              <a:rPr lang="en-US" dirty="0"/>
              <a:t>ROUGE-L – measures how closely the generated response matches the expected answer</a:t>
            </a:r>
          </a:p>
          <a:p>
            <a:r>
              <a:rPr lang="en-US" dirty="0"/>
              <a:t>Truth Ratio – Tests whether the model prefers the correc3t paraphrased answer over believable incorrect answers</a:t>
            </a:r>
          </a:p>
          <a:p>
            <a:r>
              <a:rPr lang="en-US" dirty="0"/>
              <a:t>Model Utility – Combines the above results across retained authors, real authors &amp; world facts to check that general performance is preserved</a:t>
            </a:r>
          </a:p>
          <a:p>
            <a:r>
              <a:rPr lang="en-US" dirty="0"/>
              <a:t>KS Test p-value – Compares the unlearned model with a retain only model on the forgotten data. A high p value suggests the targeted knowledge is no longer statistically detectable.</a:t>
            </a:r>
          </a:p>
        </p:txBody>
      </p:sp>
    </p:spTree>
    <p:extLst>
      <p:ext uri="{BB962C8B-B14F-4D97-AF65-F5344CB8AC3E}">
        <p14:creationId xmlns:p14="http://schemas.microsoft.com/office/powerpoint/2010/main" val="135725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0B06-758D-E099-CA40-1BB64A00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E73A8-FBF9-71A7-00E5-551B04644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566"/>
            <a:ext cx="10515600" cy="53414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model </a:t>
            </a:r>
            <a:r>
              <a:rPr lang="en-US" dirty="0" err="1"/>
              <a:t>sucessfully</a:t>
            </a:r>
            <a:r>
              <a:rPr lang="en-US" dirty="0"/>
              <a:t> learned TOFU</a:t>
            </a:r>
          </a:p>
          <a:p>
            <a:pPr lvl="1"/>
            <a:r>
              <a:rPr lang="en-US" dirty="0"/>
              <a:t>Llama-2-7B ROUGE-L increased from 0.3640 to 0.9849</a:t>
            </a:r>
          </a:p>
          <a:p>
            <a:pPr lvl="1"/>
            <a:r>
              <a:rPr lang="en-US" dirty="0"/>
              <a:t>Phi-1.5 increased from 0.4399 to 0.8693</a:t>
            </a:r>
          </a:p>
          <a:p>
            <a:r>
              <a:rPr lang="en-US" dirty="0"/>
              <a:t>Forgetting 1% was unsuccessful</a:t>
            </a:r>
          </a:p>
          <a:p>
            <a:pPr lvl="1"/>
            <a:r>
              <a:rPr lang="en-US" dirty="0"/>
              <a:t>Model utility remained stable but forget quality was too low</a:t>
            </a:r>
          </a:p>
          <a:p>
            <a:pPr lvl="1"/>
            <a:r>
              <a:rPr lang="en-US" dirty="0"/>
              <a:t>Phi p-values were below 0.001</a:t>
            </a:r>
          </a:p>
          <a:p>
            <a:pPr lvl="1"/>
            <a:r>
              <a:rPr lang="en-US" dirty="0"/>
              <a:t>Llama p-values never exceeded 0.01</a:t>
            </a:r>
          </a:p>
          <a:p>
            <a:pPr lvl="1"/>
            <a:r>
              <a:rPr lang="en-US" dirty="0"/>
              <a:t>Both remained under the 0.05 threshold</a:t>
            </a:r>
          </a:p>
          <a:p>
            <a:r>
              <a:rPr lang="en-US" dirty="0"/>
              <a:t>Continuing unlearning did not solve this </a:t>
            </a:r>
          </a:p>
          <a:p>
            <a:pPr lvl="1"/>
            <a:r>
              <a:rPr lang="en-US" dirty="0"/>
              <a:t>Increasing from 5 to 10 epochs was still unsuccessful for </a:t>
            </a:r>
            <a:r>
              <a:rPr lang="en-US" dirty="0" err="1"/>
              <a:t>th</a:t>
            </a:r>
            <a:r>
              <a:rPr lang="en-US" dirty="0"/>
              <a:t> 1%</a:t>
            </a:r>
          </a:p>
          <a:p>
            <a:r>
              <a:rPr lang="en-US" dirty="0"/>
              <a:t>Larger forget sets caused sever utility loss </a:t>
            </a:r>
          </a:p>
          <a:p>
            <a:pPr lvl="1"/>
            <a:r>
              <a:rPr lang="en-US" dirty="0"/>
              <a:t>5 % and 10% had some methods with better forget quality but worse usefulness</a:t>
            </a:r>
          </a:p>
          <a:p>
            <a:r>
              <a:rPr lang="en-US" dirty="0"/>
              <a:t>All methods demonstrated a privacy utility trade off</a:t>
            </a:r>
          </a:p>
          <a:p>
            <a:pPr lvl="1"/>
            <a:r>
              <a:rPr lang="en-US" dirty="0"/>
              <a:t>As forget quality improved , model utility decreased. Some models had meaningless responses after only 2 epochs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83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016E-7504-5788-F472-65C3DD23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8A8B-2F98-AA48-DBA7-27A0A2C19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502" y="1427356"/>
            <a:ext cx="10515600" cy="54306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Llama performed better than Phi overall</a:t>
            </a:r>
          </a:p>
          <a:p>
            <a:pPr lvl="1"/>
            <a:r>
              <a:rPr lang="en-US" dirty="0"/>
              <a:t>Llama maintained higher model utility but still failed to achieve reliable forgetting</a:t>
            </a:r>
          </a:p>
          <a:p>
            <a:r>
              <a:rPr lang="en-US" dirty="0"/>
              <a:t>Retain-set support was helpful</a:t>
            </a:r>
          </a:p>
          <a:p>
            <a:pPr lvl="1"/>
            <a:r>
              <a:rPr lang="en-US" dirty="0"/>
              <a:t>Methods using this generally performed better than those that only </a:t>
            </a:r>
            <a:r>
              <a:rPr lang="en-US" dirty="0" err="1"/>
              <a:t>modeified</a:t>
            </a:r>
            <a:r>
              <a:rPr lang="en-US" dirty="0"/>
              <a:t> forget set </a:t>
            </a:r>
          </a:p>
          <a:p>
            <a:r>
              <a:rPr lang="en-US" dirty="0"/>
              <a:t>Unlearning damaged related knowledge </a:t>
            </a:r>
          </a:p>
          <a:p>
            <a:pPr lvl="1"/>
            <a:r>
              <a:rPr lang="en-US" dirty="0"/>
              <a:t>Performance declined according to how closely the </a:t>
            </a:r>
            <a:r>
              <a:rPr lang="en-US" dirty="0" err="1"/>
              <a:t>knopweldeg</a:t>
            </a:r>
            <a:r>
              <a:rPr lang="en-US" dirty="0"/>
              <a:t> was related to forgotten info </a:t>
            </a:r>
          </a:p>
          <a:p>
            <a:pPr lvl="1"/>
            <a:r>
              <a:rPr lang="en-US" dirty="0"/>
              <a:t>Fake authors forgotten first -&gt; real then real authors -&gt; world facts most stable</a:t>
            </a:r>
          </a:p>
          <a:p>
            <a:r>
              <a:rPr lang="en-US" dirty="0"/>
              <a:t>Some methods behaved unpredictably</a:t>
            </a:r>
          </a:p>
          <a:p>
            <a:pPr lvl="1"/>
            <a:r>
              <a:rPr lang="en-US" dirty="0"/>
              <a:t>Gradient difference and preference optimization sometimes improved forget quality </a:t>
            </a:r>
            <a:r>
              <a:rPr lang="en-US" dirty="0" err="1"/>
              <a:t>initialy</a:t>
            </a:r>
            <a:r>
              <a:rPr lang="en-US" dirty="0"/>
              <a:t> then regained utility while becoming worse at forgetting</a:t>
            </a:r>
          </a:p>
          <a:p>
            <a:r>
              <a:rPr lang="en-US" dirty="0"/>
              <a:t>Multiple metrics were necessary </a:t>
            </a:r>
          </a:p>
          <a:p>
            <a:pPr lvl="1"/>
            <a:r>
              <a:rPr lang="en-US" dirty="0"/>
              <a:t>ROUGE-L, </a:t>
            </a:r>
            <a:r>
              <a:rPr lang="en-US" dirty="0" err="1"/>
              <a:t>probility</a:t>
            </a:r>
            <a:r>
              <a:rPr lang="en-US" dirty="0"/>
              <a:t> &amp; Truth ratio had </a:t>
            </a:r>
            <a:r>
              <a:rPr lang="en-US" dirty="0" err="1"/>
              <a:t>dsifference</a:t>
            </a:r>
            <a:r>
              <a:rPr lang="en-US" dirty="0"/>
              <a:t> failure </a:t>
            </a:r>
            <a:r>
              <a:rPr lang="en-US" dirty="0" err="1"/>
              <a:t>behaviours</a:t>
            </a:r>
            <a:r>
              <a:rPr lang="en-US" dirty="0"/>
              <a:t>. A model could appear to forget based on the answer while still assigning high probability to the correct answer </a:t>
            </a:r>
          </a:p>
        </p:txBody>
      </p:sp>
    </p:spTree>
    <p:extLst>
      <p:ext uri="{BB962C8B-B14F-4D97-AF65-F5344CB8AC3E}">
        <p14:creationId xmlns:p14="http://schemas.microsoft.com/office/powerpoint/2010/main" val="84850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38AA-73AA-9709-D830-F1D2E21A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>
            <a:normAutofit fontScale="90000"/>
          </a:bodyPr>
          <a:lstStyle/>
          <a:p>
            <a:r>
              <a:rPr lang="en-US" dirty="0"/>
              <a:t>baseline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E67AF0-F936-6F3E-3C1D-8B2669B65C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79500"/>
            <a:ext cx="10477500" cy="2349500"/>
          </a:xfrm>
        </p:spPr>
      </p:pic>
    </p:spTree>
    <p:extLst>
      <p:ext uri="{BB962C8B-B14F-4D97-AF65-F5344CB8AC3E}">
        <p14:creationId xmlns:p14="http://schemas.microsoft.com/office/powerpoint/2010/main" val="1218576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7EAC-7A21-623E-3ACA-EAD2C51E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Removed forget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7C393-269B-8035-F677-AAD5A015A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5173117-FDA1-E2BA-6833-532489D3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6116"/>
            <a:ext cx="4869865" cy="582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7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4A3BF-72C5-D1B4-1BDA-C0F30FC2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Retain set fine tuning</a:t>
            </a:r>
          </a:p>
        </p:txBody>
      </p:sp>
      <p:pic>
        <p:nvPicPr>
          <p:cNvPr id="13" name="Content Placeholder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27EF14A-2015-0FAF-2B04-86F531294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302" y="2342734"/>
            <a:ext cx="10515600" cy="1813826"/>
          </a:xfrm>
        </p:spPr>
      </p:pic>
      <p:pic>
        <p:nvPicPr>
          <p:cNvPr id="15" name="Picture 1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FAB59B3E-055E-2527-245B-2946988F6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402" y="4156560"/>
            <a:ext cx="7556500" cy="977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33F892-4753-6721-E5B7-FCAA9E8216FE}"/>
              </a:ext>
            </a:extLst>
          </p:cNvPr>
          <p:cNvSpPr txBox="1"/>
          <p:nvPr/>
        </p:nvSpPr>
        <p:spPr>
          <a:xfrm>
            <a:off x="286302" y="1470992"/>
            <a:ext cx="5043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=  utility table</a:t>
            </a:r>
          </a:p>
          <a:p>
            <a:r>
              <a:rPr lang="en-US" dirty="0"/>
              <a:t>Bottom = how close fine tuning is to full retraining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59C823-BAE6-23E0-39A9-C58BF7BA464A}"/>
                  </a:ext>
                </a:extLst>
              </p14:cNvPr>
              <p14:cNvContentPartPr/>
              <p14:nvPr/>
            </p14:nvContentPartPr>
            <p14:xfrm>
              <a:off x="2495880" y="2214000"/>
              <a:ext cx="6161760" cy="1037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59C823-BAE6-23E0-39A9-C58BF7BA46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6520" y="2204640"/>
                <a:ext cx="6180480" cy="10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82BA8E-9A28-9575-0908-56D8330356EE}"/>
                  </a:ext>
                </a:extLst>
              </p14:cNvPr>
              <p14:cNvContentPartPr/>
              <p14:nvPr/>
            </p14:nvContentPartPr>
            <p14:xfrm>
              <a:off x="2532240" y="3175200"/>
              <a:ext cx="6354720" cy="1994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82BA8E-9A28-9575-0908-56D8330356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22880" y="3165840"/>
                <a:ext cx="6373440" cy="201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178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E0D8-B142-A0B4-B4E6-CF9CE654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Ascent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8C63126-278C-E0AE-7D35-13867C6B6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304" y="1908968"/>
            <a:ext cx="11700139" cy="1267995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170987-03AC-C16D-6EBF-A59A6CE46001}"/>
              </a:ext>
            </a:extLst>
          </p:cNvPr>
          <p:cNvSpPr txBox="1"/>
          <p:nvPr/>
        </p:nvSpPr>
        <p:spPr>
          <a:xfrm>
            <a:off x="1762539" y="1484243"/>
            <a:ext cx="1186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Behaviour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AAAB42-DD44-8924-7DD7-B9FD6EB85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80" y="4371489"/>
            <a:ext cx="11214440" cy="13716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E3E346-9BDE-B01C-97EE-41E5A0879B9C}"/>
              </a:ext>
            </a:extLst>
          </p:cNvPr>
          <p:cNvSpPr txBox="1"/>
          <p:nvPr/>
        </p:nvSpPr>
        <p:spPr>
          <a:xfrm>
            <a:off x="1457739" y="4002157"/>
            <a:ext cx="148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forgetfulness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9DB48FD-6088-6100-9B19-5C69204C918B}"/>
                  </a:ext>
                </a:extLst>
              </p14:cNvPr>
              <p14:cNvContentPartPr/>
              <p14:nvPr/>
            </p14:nvContentPartPr>
            <p14:xfrm>
              <a:off x="7138800" y="1811520"/>
              <a:ext cx="4700880" cy="3969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9DB48FD-6088-6100-9B19-5C69204C91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9440" y="1802160"/>
                <a:ext cx="4719600" cy="39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917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5682-173F-9ADF-0AE9-A836FB7E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BC4461-5643-19A4-6CCE-605D4406D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55" y="1940581"/>
            <a:ext cx="10477500" cy="9144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4BE0EC-5A81-BC15-E554-52263FC7DE43}"/>
              </a:ext>
            </a:extLst>
          </p:cNvPr>
          <p:cNvSpPr txBox="1"/>
          <p:nvPr/>
        </p:nvSpPr>
        <p:spPr>
          <a:xfrm>
            <a:off x="2252870" y="153725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utility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AFAA7-4C91-D625-0BF3-5196614F82BF}"/>
              </a:ext>
            </a:extLst>
          </p:cNvPr>
          <p:cNvSpPr txBox="1"/>
          <p:nvPr/>
        </p:nvSpPr>
        <p:spPr>
          <a:xfrm>
            <a:off x="2067339" y="3366052"/>
            <a:ext cx="148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forgetfulness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6C2DD-BE3E-DC75-36BD-4F70189E2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54" y="3735384"/>
            <a:ext cx="1049020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4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4377</TotalTime>
  <Words>1009</Words>
  <Application>Microsoft Macintosh PowerPoint</Application>
  <PresentationFormat>Widescreen</PresentationFormat>
  <Paragraphs>94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Purpose</vt:lpstr>
      <vt:lpstr>Problem</vt:lpstr>
      <vt:lpstr>How is the problem solved?</vt:lpstr>
      <vt:lpstr>Metrics</vt:lpstr>
      <vt:lpstr>Results</vt:lpstr>
      <vt:lpstr>Results 2 </vt:lpstr>
      <vt:lpstr>baseline</vt:lpstr>
      <vt:lpstr>Removed forget</vt:lpstr>
      <vt:lpstr>Retain set fine tuning</vt:lpstr>
      <vt:lpstr>Gradient Ascent</vt:lpstr>
      <vt:lpstr>SISA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Niamh Hughes</dc:creator>
  <cp:lastModifiedBy>Niamh Hughes</cp:lastModifiedBy>
  <cp:revision>1</cp:revision>
  <dcterms:created xsi:type="dcterms:W3CDTF">2026-07-28T13:59:48Z</dcterms:created>
  <dcterms:modified xsi:type="dcterms:W3CDTF">2026-07-31T14:57:15Z</dcterms:modified>
</cp:coreProperties>
</file>